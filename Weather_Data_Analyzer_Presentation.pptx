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Weather Data Analyzer &amp;</a:t>
            </a:r>
            <a:br/>
            <a:r>
              <a:t>Temperature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749039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egoe UI"/>
              </a:defRPr>
            </a:pPr>
            <a:r>
              <a:t>Historical Weather Analysis Using Machine Learning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Introduction to Open Source Software  |  University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120640"/>
            <a:ext cx="108173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Student Name: [Student Name]</a:t>
            </a:r>
            <a:br/>
            <a:r>
              <a:t>Professor Name: [Professor Name]</a:t>
            </a:r>
            <a:br/>
            <a:r>
              <a:t>University Name: [University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Why Weather Analysis &amp; Prediction?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Modern Climate Challenge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Vast, complex weather datasets are generated globally on a daily basis.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Manual analysis is tedious, slow, and limits search scope.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Weather dynamics change frequently due to shifting climate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Automated Predictive Modeling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Machine learning discovers hidden patterns in atmospheric variables.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Data visualizations clarify trends for non-technical users.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Temperature projections support agricultural, urban, and energy planning.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Our solution: Weather Data Analyzer &amp; Temperature Prediction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Project Overview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Core Functionalities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Loads customized CSV files dynamically via native file dialogue.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Processes statistical metrics and logs missing record entries.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Generates 8 visual plots representing weather variables.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Fits a Linear Regression model to forecast future temperatures.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Compiles summaries into a standardized text file report.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Provides a responsive, styled dark-themed Tkinter GUI.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Software Tech Stack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Python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Base language core utilizing standard file, OS, and pickle engines.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Tkinter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Graphical GUI interface providing custom sidebar panels.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Pandas &amp; NumPy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Dataframe operations, chronological sorts, and matrix indices.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Scikit-Learn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Standard OLS Linear Regression and evaluation metrics.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Matplotlib &amp; Seaborn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Plot rendering embedded directly into the GUI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Dataset Details &amp; Suitability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Weather Features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Tested using real-world Seoul weather observations (2022–2024).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Target Variable: Average Temperature (temp column).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Predictors: Humidity, Windspeed, Precipitation, Pressure, Cloudcover.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Other columns: datetime, tempmax, tempmin, conditions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Dataset Suitability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Continuous variables contain clear linear trends over annual periods.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Contains enough samples (700+ rows) to train a robust local predictor.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Missing values are distributed normally, allowing clean mean imputation.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Predictor features correspond directly to physical weather dynamics.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System Architecture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Workflow Pipeline Steps</a:t>
            </a:r>
          </a:p>
          <a:p>
            <a:pPr>
              <a:defRPr sz="1400" b="1">
                <a:solidFill>
                  <a:srgbClr val="A78BFA"/>
                </a:solidFill>
                <a:latin typeface="Segoe UI"/>
              </a:defRPr>
            </a:pPr>
            <a:r>
              <a:t>1. Dataset Loading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Browse local filesystem for weather CSV files using Tkinter Dialog.</a:t>
            </a:r>
          </a:p>
          <a:p>
            <a:pPr>
              <a:defRPr sz="1400" b="1">
                <a:solidFill>
                  <a:srgbClr val="A78BFA"/>
                </a:solidFill>
                <a:latin typeface="Segoe UI"/>
              </a:defRPr>
            </a:pPr>
            <a:r>
              <a:t>2. Data Preprocessing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Chronological sorting, date parsing, and missing cell average fills.</a:t>
            </a:r>
          </a:p>
          <a:p>
            <a:pPr>
              <a:defRPr sz="1400" b="1">
                <a:solidFill>
                  <a:srgbClr val="A78BFA"/>
                </a:solidFill>
                <a:latin typeface="Segoe UI"/>
              </a:defRPr>
            </a:pPr>
            <a:r>
              <a:t>3. Weather Analysis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Extract descriptive maximums, minimums, and averages across metrics.</a:t>
            </a:r>
          </a:p>
          <a:p>
            <a:pPr>
              <a:defRPr sz="1400" b="1">
                <a:solidFill>
                  <a:srgbClr val="A78BFA"/>
                </a:solidFill>
                <a:latin typeface="Segoe UI"/>
              </a:defRPr>
            </a:pPr>
            <a:r>
              <a:t>4. Visualizations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Generate and save 8 charts inside output/ folder.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Workflow Pipeline Steps (Cont.)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5. Machine Learning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Split dataset 80/20. Fit OLS coefficients and intercept weights.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6. Temp Prediction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User enters inputs in GUI widgets; model displays prediction output.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7. GUI Display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Packs and embeds widgets, data tables, and Matplotlib plots inline.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Data Preprocessing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Ingestion &amp; Cleaning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Step 1: Load Weather Dataset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File dialogue loading of raw CSV tables. Regex matcher scans header strings to locate mapping columns, eliminating hardcoded column requirements.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Step 2: Data Cleaning &amp; Imputation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Converts dates to structured Datetime indexes. Missing numerical values are filled with column means; missing categories are filled with column modes.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Features &amp; Splits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3: Feature Selection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Strips date stamps and string fields. Excludes high correlation variables (target average, max, min, feelslike, dew points) to prevent target leakage.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Step 4: Train/Test Split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Splits the cleaned dataset into 80% Training records (used to fit parameters) and 20% Testing records (used for out-of-sample evaluation validation).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Machine Learning: Linear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Why Linear Regression?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Highly interpretable: displays exact mathematical relationship weights between inputs and outputs.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Computationally lightweight: compiles instantly without GPU hardware requirements.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Excellent baseline representation for continuous numerical patterns like temperature waves.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Allows direct extraction of coefficients for project code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Model Specification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Target Variable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Daily Average Temperature (temp) in °C.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Input Features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Humidity, Precipitation, Wind Speed, Pressure, Cloud Cover, and others.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Training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Fits coefficients by minimizing sum of squared residuals on training data (OLS).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Model Output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Continuous temperature prediction value in Celsius (°C).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Local Storage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Saves model weights locally as 'output/temperature_model.pkl'.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Results &amp; Visualizations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Exploratory Charts (1 - 4)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1. Temperature Trend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Line chart showing temperature variations over the date index range.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2. Monthly Average Temp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Bar chart showing monthly average temperature changes over a year.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3. Monthly Rainfall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Bar chart summarizing total precipitation grouped by month.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4. Weather Conditions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Pie chart showing percentage share of categorical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Statistical Charts (5 - 8)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5. Humidity Histogram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Plots humidity frequency bins to display data distribution shape.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6. Temp vs. Humidity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Scatter plot tracking temperature values against humidity percentages.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7. Correlation Heatmap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Seaborn matrix map showing correlation values between numerical features.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8. Actual vs. Predicted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Line plot overlay validating target vs predicted test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Model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Mathematical Metrics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Mean Absolute Error (MAE): 4.1071 °C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Measures the average magnitude of absolute residuals (distance between target and predictions).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Mean Squared Error (MSE): 27.5747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Measures average squared residual distances. Useful to heavily penalize large errors.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Root Mean Squared Error (RMSE): 5.2512 °C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Square root of MSE, scaling error values directly back to temperature units.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R-Squared &amp; Validation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R² Score (Coefficient of Determination): 0.7698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Indicates that the trained model successfully explains ~77.0% of temperature variance on unseen test records.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 Strategy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Tested using out-of-sample data (20% holdout split) to ensure true accuracy scoring rather than training overfitting.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Residual Visualizations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Validation plots display overlap curves comparing actual temperature cycles with model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Desktop Interface GUI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Sidebar Controls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Load Dataset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Allows the user to select CSV files dynamically, triggering background parser setups.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Dataset Overview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Renders column summaries, count values, null checks, and treeview preview grids.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Weather Statistics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Loads a cards dashboard showing minimums, maximums, totals, and averages.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Generate Visualizations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Triggers matplotlib canvas renderings inline in the GUI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Model Controls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Train Model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Fits regression equations and displays features list, intercepts, and intercepts weights.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Predict Temperature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Renders input fields dynamically based on features. Outputs predictions using color-coded badges (Blue for cold, Green for moderate, Red for hot).</a:t>
            </a:r>
          </a:p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Generate Report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Outputs analytical reports into a scrollable read-only text viewer pane.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Open Source Project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Core Repository Documentation</a:t>
            </a:r>
          </a:p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README.md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Provides user documentation including setup requirements, execution guides, workflow charts, visual catalogs, and project structures.</a:t>
            </a:r>
          </a:p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requirements.txt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Specifies external dependency lists (scikit-learn, pandas, seaborn, matplotlib) to ensure reproducible installs.</a:t>
            </a:r>
          </a:p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LICENSE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Establishes legal rights. Uses the permissive MIT License, permitting modification, redistribution, and academic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Open Source Value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Promotes transparency by sharing full execution code.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Guarantees scientific reproducibility of ML predictions.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Enables community peer reviews and fork modifications.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• Establishes clean repository guidelines for collaborative university submissions.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Project Structure &amp;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Folder Structure Layout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weather-data-analyzer/</a:t>
            </a:r>
            <a:br/>
            <a:r>
              <a:t>├── data/</a:t>
            </a:r>
            <a:br/>
            <a:r>
              <a:t>│   ├── seoul_weather_2022_to_2024.csv</a:t>
            </a:r>
            <a:br/>
            <a:r>
              <a:t>│   └── london_weather_sample.csv</a:t>
            </a:r>
            <a:br/>
            <a:r>
              <a:t>├── output/</a:t>
            </a:r>
            <a:br/>
            <a:r>
              <a:t>│   ├── temperature_trend.png</a:t>
            </a:r>
            <a:br/>
            <a:r>
              <a:t>│   ├── actual_vs_predicted.png</a:t>
            </a:r>
            <a:br/>
            <a:r>
              <a:t>│   └── weather_report.txt</a:t>
            </a:r>
            <a:br/>
            <a:r>
              <a:t>├── main.py</a:t>
            </a:r>
            <a:br/>
            <a:r>
              <a:t>├── requirements.txt</a:t>
            </a:r>
            <a:br/>
            <a:r>
              <a:t>├── LICENSE</a:t>
            </a:r>
            <a:br/>
            <a:r>
              <a:t>└──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Launch Commands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1. Clone Repository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git clone https://github.com/aperfectrio/weather-data-analyzer-and-prediction.git</a:t>
            </a:r>
            <a:br/>
            <a:r>
              <a:t>cd weather-data-analyzer-and-prediction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Install Dependencies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Execute Interface Application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Consolas"/>
              </a:defRPr>
            </a:pPr>
            <a:r>
              <a:t>python main.py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000" b="1">
                <a:solidFill>
                  <a:srgbClr val="6366F1"/>
                </a:solidFill>
                <a:latin typeface="Segoe UI"/>
              </a:defRPr>
            </a:pPr>
            <a:r>
              <a:t>Summary, Conclusions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817352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Weather Data Analyzer &amp; Temperature Prediction System  |  Intro to OSS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Summary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Built a complete data analysis desktop app with an interactive Tkinter GUI.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Demonstrated automated regex column detectors, data preprocessing, and descriptive statistical calculation capabilities.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Created an OLS Linear Regression forecasting engine with local model serialization.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Implemented open-source versioning, licensing, and documentation standards.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Future Roadmap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Advanced Predictions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Implement non-linear regression models (Random Forest, Gradient Boosting).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Live API Feeds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Fetch real-time weather datasets from public APIs (e.g. OpenWeatherMap) directly in-app.</a:t>
            </a:r>
          </a:p>
          <a:p>
            <a:pPr>
              <a:defRPr sz="1400" b="1">
                <a:solidFill>
                  <a:srgbClr val="6366F1"/>
                </a:solidFill>
                <a:latin typeface="Segoe UI"/>
              </a:defRPr>
            </a:pPr>
            <a:r>
              <a:t>Analytical PDF Exporter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Expand report generator utilities to export formatted PDF document sheets.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0B981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7472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Questions &amp; Answers Session</a:t>
            </a:r>
          </a:p>
          <a:p>
            <a:pPr algn="ctr">
              <a:spcBef>
                <a:spcPts val="20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GitHub Repository: https://github.com/aperfectrio/weather-data-analyzer-and-prediction</a:t>
            </a:r>
            <a:br/>
            <a:r>
              <a:t>Contact: [Student Email 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