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Segoe UI"/>
              </a:defRPr>
            </a:pPr>
            <a:r>
              <a:t>Weather Data Analyzer &amp;</a:t>
            </a:r>
            <a:br/>
            <a:r>
              <a:t>Temperature Prediction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7472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  <a:latin typeface="Segoe UI"/>
              </a:defRPr>
            </a:pPr>
            <a:r>
              <a:t>Historical Weather Analysis Using Machine Learning</a:t>
            </a:r>
          </a:p>
          <a:p>
            <a:pPr>
              <a:spcBef>
                <a:spcPts val="6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Detecting Temperature Cycles  |  Seoul Weather Dataset  |  Linear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846320"/>
            <a:ext cx="2560320" cy="100584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PRESENTER NAME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[Student Name]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4846320"/>
            <a:ext cx="2560320" cy="100584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COURSE NAME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Introduction to 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846320"/>
            <a:ext cx="2560320" cy="100584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PROFESSOR NAME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[Professor Name]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4846320"/>
            <a:ext cx="2560320" cy="100584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900" b="1">
                <a:solidFill>
                  <a:srgbClr val="94A3B8"/>
                </a:solidFill>
                <a:latin typeface="Segoe UI"/>
              </a:defRPr>
            </a:pPr>
            <a:r>
              <a:t>UNIVERSITY NAME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[University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Why Weather Analysis &amp; Prediction?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6366F1"/>
                </a:solidFill>
                <a:latin typeface="Segoe UI"/>
              </a:defRPr>
            </a:pPr>
            <a:r>
              <a:t>"Can a machine automatically identify relationships and forecast temperatures?"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🌐  Millions of data points daily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Meteorological sensors log massive climate records every second.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201168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⚠️  Manual analysis is difficult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Too much variable traffic for humans to parse or analyze manually.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1168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👁️  Patterns change frequently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Atmospheric variables change dynamically across annual cycles.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31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🤖  ML detects threats/trends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Algorithms uncover hidden correlations between metrics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931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🛡️  Visualizations improve clarity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Graphs and heatmaps convert raw variables into understandable insights.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931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✅  Our solution - prediction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OLS Linear Regression models forecast daily temp targets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Project Overview &amp; 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WHAT THE SYSTEM DOES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📦  Loads and preprocesses CSV datasets cleanly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📊  Calculates descriptive meteorological stats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🖼️  Generates 8 visual plot files dynamically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🤖  Trains Scikit-Learn Linear Regression engine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💾  Saves model binaries using local pickle files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🖥️  Provides responsive, modern desktop GUI panels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CORE SOFTWARE TECH STACK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Language Engine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Python 3.13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Database / Parsing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Pandas &amp; NumPy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Predictive Library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Scikit-Learn (Linear Regression)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Visualizations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Matplotlib + Seaborn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GUI Framework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Tkinter Desktop Window Manager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Code Standards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README · LICENSE (MIT) · requirements.txt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Dataset Details &amp; Suitability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3474720" cy="128016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800" b="1">
                <a:solidFill>
                  <a:srgbClr val="6366F1"/>
                </a:solidFill>
                <a:latin typeface="Segoe UI"/>
              </a:defRPr>
            </a:pPr>
            <a:r>
              <a:t>733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DATASET RECORDS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seoul_weather_2022_to_2024.csv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463040"/>
            <a:ext cx="3474720" cy="128016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800" b="1">
                <a:solidFill>
                  <a:srgbClr val="6366F1"/>
                </a:solidFill>
                <a:latin typeface="Segoe UI"/>
              </a:defRPr>
            </a:pPr>
            <a:r>
              <a:t>33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TOTAL COLUMNS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Features mapped from 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1463040"/>
            <a:ext cx="3474720" cy="128016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800" b="1">
                <a:solidFill>
                  <a:srgbClr val="6366F1"/>
                </a:solidFill>
                <a:latin typeface="Segoe UI"/>
              </a:defRPr>
            </a:pPr>
            <a:r>
              <a:t>Target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AVERAGE TEMP (TEMP)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Output forecast 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CORE WEATHER FEATURES DETECTED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●  datetime  |  date index mapping</a:t>
            </a:r>
            <a:br/>
            <a:r>
              <a:t>●  tempmax  |  daily maximum temp thresholds</a:t>
            </a:r>
            <a:br/>
            <a:r>
              <a:t>●  tempmin  |  daily minimum temp thresholds</a:t>
            </a:r>
            <a:br/>
            <a:r>
              <a:t>●  humidity  |  moisture saturation percentage</a:t>
            </a:r>
            <a:br/>
            <a:r>
              <a:t>●  precip  |  precipitation volume logs in mm</a:t>
            </a:r>
            <a:br/>
            <a:r>
              <a:t>●  windspeed  |  average wind speed velocity</a:t>
            </a:r>
            <a:br/>
            <a:r>
              <a:t>●  conditions  |  categorical descriptors (Clear, Rain, Cloudy)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175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SUITABILITY FOR TEMPERATURE PREDICTION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Strong natural correlations between temperature and variables like humidity/cloud cover.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Contains multi-year sequential observations showing seasonal changes.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Numerical weather variables demonstrate linear distributions ideal for Ordinary Least Squares (OLS) fitting.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Data has high cleanliness with very few missing cells.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System Workflow &amp; Pipeline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1. Dataset Ingestion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User opens file dialogue to load climate CSV records dynamically.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2. Preprocessing &amp; Impute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Auto-maps headers, sorts chronologically, and imputes nulls using average stats.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1645920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3. Weather Descriptive Stats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Calculates maximum, minimum, and average weather values instantly.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4. Visualization Rendering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Generates 8 diagnostic charts and writes image files to output/ directory.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3749039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5. Machine Learning Split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Randomly partitions parsed records (80% train / 20% test validation).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3749039"/>
            <a:ext cx="34747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/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6. Regression Predictions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Loads saved weights (.pkl); runs forecasting based on GUI entry forms.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Data Preprocessing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🏷️  STEP 1</a:t>
            </a:r>
            <a:br/>
            <a:r>
              <a:t>Regex Header Detection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Before:</a:t>
            </a:r>
            <a:br/>
            <a:r>
              <a:t>Requires strict hardcoded headers matching 'temp' or 'date'.</a:t>
            </a:r>
            <a:br/>
            <a:br/>
            <a:r>
              <a:t>After:</a:t>
            </a:r>
            <a:br/>
            <a:r>
              <a:t>Auto-scans columns using case-insensitive regex checks (e.g. temp, windspeed, humidity, precip).</a:t>
            </a:r>
            <a:br/>
            <a:br/>
            <a:r>
              <a:t>Result:</a:t>
            </a:r>
            <a:br/>
            <a:r>
              <a:t>Allows application to process diverse third-party climate formats.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🔢  STEP 2</a:t>
            </a:r>
            <a:br/>
            <a:r>
              <a:t>Cleaning &amp; Imputation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Missing Numbers:</a:t>
            </a:r>
            <a:br/>
            <a:r>
              <a:t>Fills null metrics dynamically using column average stats.</a:t>
            </a:r>
            <a:br/>
            <a:br/>
            <a:r>
              <a:t>Missing Text/Conditions:</a:t>
            </a:r>
            <a:br/>
            <a:r>
              <a:t>Fills missing textual fields with the column's statistical mode.</a:t>
            </a:r>
            <a:br/>
            <a:br/>
            <a:r>
              <a:t>Date Parsing:</a:t>
            </a:r>
            <a:br/>
            <a:r>
              <a:t>Converts dates to datetime objects and sorts records chronologically.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📐  STEP 3</a:t>
            </a:r>
            <a:br/>
            <a:r>
              <a:t>Feature Selection &amp; Split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Predictors Selection:</a:t>
            </a:r>
            <a:br/>
            <a:r>
              <a:t>Strips text, indices, and highly correlated features like tempmax/tempmin to prevent target leakage.</a:t>
            </a:r>
            <a:br/>
            <a:br/>
            <a:r>
              <a:t>Train/Test Split:</a:t>
            </a:r>
            <a:br/>
            <a:r>
              <a:t>Randomly partitions the dataset (80% train / 20% test validation) for evaluation.</a:t>
            </a:r>
            <a:br/>
            <a:br/>
            <a:r>
              <a:t>Fitted Scalars:</a:t>
            </a:r>
            <a:br/>
            <a:r>
              <a:t>Excludes scaling dependencies if model coefficients require raw unit interpretations.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Machine Learning: Linear Regression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Ordinary Least Squares (OLS) Regression</a:t>
            </a:r>
          </a:p>
          <a:p>
            <a:pPr>
              <a:spcAft>
                <a:spcPts val="8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Fits model weights by minimizing the sum of squared residuals between predictions and target labels.</a:t>
            </a:r>
          </a:p>
          <a:p>
            <a:pPr>
              <a:spcAft>
                <a:spcPts val="8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Model outputs are highly interpretable, showing exactly how each weather variable influences the target temperature.</a:t>
            </a:r>
          </a:p>
          <a:p>
            <a:pPr>
              <a:spcAft>
                <a:spcPts val="8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Lightweight architecture requiring zero GPU hardware acceleration.</a:t>
            </a:r>
          </a:p>
          <a:p>
            <a:pPr>
              <a:spcAft>
                <a:spcPts val="8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Trains on the dataset dynamically and saves weights to 'output/temperature_model.pkl'.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Features &amp; Target Mapping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Target Variable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Daily Average Temperature (temp) in °C.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Input Features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Humidity, Precipitation, Wind Speed, Pressure, Cloud Cover, and others.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Training / Test Partition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80% Training records  |  20% Holdout validation testing records.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Predictive Forecast Output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Continuous temperature value projection in Celsius.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Results &amp; Visualizations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Core Visualization Files (1 - 4)</a:t>
            </a:r>
          </a:p>
          <a:p>
            <a:pPr>
              <a:defRPr sz="1350" b="1">
                <a:solidFill>
                  <a:srgbClr val="6366F1"/>
                </a:solidFill>
                <a:latin typeface="Segoe UI"/>
              </a:defRPr>
            </a:pPr>
            <a:r>
              <a:t>1. Temperature Trend (temperature_trend.png)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Line plot showing chronological temperature fluctuations over time.</a:t>
            </a:r>
          </a:p>
          <a:p>
            <a:pPr>
              <a:defRPr sz="1350" b="1">
                <a:solidFill>
                  <a:srgbClr val="6366F1"/>
                </a:solidFill>
                <a:latin typeface="Segoe UI"/>
              </a:defRPr>
            </a:pPr>
            <a:r>
              <a:t>2. Monthly Average Temp (monthly_temperature.png)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Bar plot showing average temperature cycles across months.</a:t>
            </a:r>
          </a:p>
          <a:p>
            <a:pPr>
              <a:defRPr sz="1350" b="1">
                <a:solidFill>
                  <a:srgbClr val="6366F1"/>
                </a:solidFill>
                <a:latin typeface="Segoe UI"/>
              </a:defRPr>
            </a:pPr>
            <a:r>
              <a:t>3. Monthly Rainfall (monthly_rainfall.png)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Bar plot illustrating precipitation totals grouped by month.</a:t>
            </a:r>
          </a:p>
          <a:p>
            <a:pPr>
              <a:defRPr sz="1350" b="1">
                <a:solidFill>
                  <a:srgbClr val="6366F1"/>
                </a:solidFill>
                <a:latin typeface="Segoe UI"/>
              </a:defRPr>
            </a:pPr>
            <a:r>
              <a:t>4. Weather Conditions (weather_conditions.png)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Pie chart showing percentage share of categorical weather types.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Statistical Visualization Files (5 - 8)</a:t>
            </a:r>
          </a:p>
          <a:p>
            <a:pPr>
              <a:defRPr sz="1350" b="1">
                <a:solidFill>
                  <a:srgbClr val="10B981"/>
                </a:solidFill>
                <a:latin typeface="Segoe UI"/>
              </a:defRPr>
            </a:pPr>
            <a:r>
              <a:t>5. Humidity Histogram (humidity_histogram.png)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Histogram tracking frequency counts and spread of relative humidity.</a:t>
            </a:r>
          </a:p>
          <a:p>
            <a:pPr>
              <a:defRPr sz="1350" b="1">
                <a:solidFill>
                  <a:srgbClr val="10B981"/>
                </a:solidFill>
                <a:latin typeface="Segoe UI"/>
              </a:defRPr>
            </a:pPr>
            <a:r>
              <a:t>6. Temp vs. Humidity (temp_vs_humidity.png)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Scatter plot tracking moisture variations mapped against temp values.</a:t>
            </a:r>
          </a:p>
          <a:p>
            <a:pPr>
              <a:defRPr sz="1350" b="1">
                <a:solidFill>
                  <a:srgbClr val="10B981"/>
                </a:solidFill>
                <a:latin typeface="Segoe UI"/>
              </a:defRPr>
            </a:pPr>
            <a:r>
              <a:t>7. Correlation Heatmap (correlation_heatmap.png)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Seaborn matrix displaying coefficients between numerical variables.</a:t>
            </a:r>
          </a:p>
          <a:p>
            <a:pPr>
              <a:defRPr sz="1350" b="1">
                <a:solidFill>
                  <a:srgbClr val="10B981"/>
                </a:solidFill>
                <a:latin typeface="Segoe UI"/>
              </a:defRPr>
            </a:pPr>
            <a:r>
              <a:t>8. Actual vs. Predicted (actual_vs_predicted.png)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Line overlay plot validating actual test labels against predictions.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Model Performance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Statistical Metrics Definitions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Mean Absolute Error (MAE)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The average absolute difference between predicted and actual values. Measures baseline error magnitude.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Mean Squared Error (MSE)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Average squared difference between target values and predictions. Penalizes larger outliers.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Root Mean Squared Error (RMSE)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Square root of MSE, scaling error values directly back to temperature units (°C).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Model Validation Performance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R² Score (R-squared): 0.7698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The model successfully accounts for ~77.0% of the temperature variance in test records.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MAE Performance: 4.1071 °C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On average, temperature predictions are off by ~4.1 °C.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RMSE Performance: 5.2512 °C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Standard deviation of prediction residuals is ~5.25 °C.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MSE Result: 27.5747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Slight variance penalty score representing model stability.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Desktop Interface GUI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Ingestion &amp; Analysis Views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Load Dataset File Dial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Opens local filesystem file dialogues to choose source CSV logs. Triggers background column regex detectors.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Dataset Schema Overview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Renders dataset columns structure, types list, null cell checks, and treeview preview data grids.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Weather Statistics Dashboard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Calculates maximums, minimums, averages, and rainfall totals, updating a grid of dashboard card views.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Model &amp; Prediction Views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Generate Visualizations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Triggers chart rendering and saves PNGs. Embeds plots directly into the main GUI frame.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Model Training &amp; Evaluation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Runs regression fits and evaluates test metrics. Displays actual vs. predicted curves.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Dynamic Temp Predictor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Dynamically generates entry fields based on features. Outputs predictions using color-coded badges (Blue for cold, Green for moderate, Red for hot).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Analytical Report Viewer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Compiles metrics into a formatted text file report and displays it in a read-only viewer.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Open Source Project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Repository File Configuration</a:t>
            </a:r>
          </a:p>
          <a:p>
            <a:pPr>
              <a:defRPr sz="1450" b="1">
                <a:solidFill>
                  <a:srgbClr val="6366F1"/>
                </a:solidFill>
                <a:latin typeface="Segoe UI"/>
              </a:defRPr>
            </a:pPr>
            <a:r>
              <a:t>README.md</a:t>
            </a:r>
          </a:p>
          <a:p>
            <a:pPr>
              <a:spcAft>
                <a:spcPts val="8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Provides user documentation including setup requirements, execution guides, workflow charts, visual catalogs, and project structures.</a:t>
            </a:r>
          </a:p>
          <a:p>
            <a:pPr>
              <a:defRPr sz="1450" b="1">
                <a:solidFill>
                  <a:srgbClr val="6366F1"/>
                </a:solidFill>
                <a:latin typeface="Segoe UI"/>
              </a:defRPr>
            </a:pPr>
            <a:r>
              <a:t>requirements.txt</a:t>
            </a:r>
          </a:p>
          <a:p>
            <a:pPr>
              <a:spcAft>
                <a:spcPts val="8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Specifies external dependency lists (scikit-learn, pandas, seaborn, matplotlib) to ensure reproducible installs.</a:t>
            </a:r>
          </a:p>
          <a:p>
            <a:pPr>
              <a:defRPr sz="1450" b="1">
                <a:solidFill>
                  <a:srgbClr val="6366F1"/>
                </a:solidFill>
                <a:latin typeface="Segoe UI"/>
              </a:defRPr>
            </a:pPr>
            <a:r>
              <a:t>LICENSE</a:t>
            </a:r>
          </a:p>
          <a:p>
            <a:pPr>
              <a:spcAft>
                <a:spcPts val="8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Establishes legal rights. Uses the permissive MIT License, permitting modification, redistribution, and academic usage.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Open Source Value</a:t>
            </a:r>
          </a:p>
          <a:p>
            <a:pPr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Ensures code transparency and standardizes layouts.</a:t>
            </a:r>
          </a:p>
          <a:p>
            <a:pPr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Guarantees scientific reproducibility of ML models.</a:t>
            </a:r>
          </a:p>
          <a:p>
            <a:pPr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Permits community contributions and fork modifications.</a:t>
            </a:r>
          </a:p>
          <a:p>
            <a:pPr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• Establishes clean repository rules for collaborative university submissions.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Project Structure &amp; How to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PROJECT DIRECTORY STRUCTURE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Weather-Data-Analyzer/</a:t>
            </a:r>
            <a:br/>
            <a:r>
              <a:t>  |</a:t>
            </a:r>
            <a:br/>
            <a:r>
              <a:t>  +-- main.py                 &lt;- Application entry</a:t>
            </a:r>
            <a:br/>
            <a:r>
              <a:t>  |   |-- WeatherDataProcessor (data/ML logic)</a:t>
            </a:r>
            <a:br/>
            <a:r>
              <a:t>  |   |-- WeatherApp (Tkinter GUI engine)</a:t>
            </a:r>
            <a:br/>
            <a:r>
              <a:t>  |</a:t>
            </a:r>
            <a:br/>
            <a:r>
              <a:t>  +-- data/</a:t>
            </a:r>
            <a:br/>
            <a:r>
              <a:t>  |   +-- seoul_weather_2022_to_2024.csv</a:t>
            </a:r>
            <a:br/>
            <a:r>
              <a:t>  |   +-- london_weather_sample.csv</a:t>
            </a:r>
            <a:br/>
            <a:r>
              <a:t>  |</a:t>
            </a:r>
            <a:br/>
            <a:r>
              <a:t>  +-- output/</a:t>
            </a:r>
            <a:br/>
            <a:r>
              <a:t>  |   +-- temperature_trend.png</a:t>
            </a:r>
            <a:br/>
            <a:r>
              <a:t>  |   +-- correlation_heatmap.png</a:t>
            </a:r>
            <a:br/>
            <a:r>
              <a:t>  |   +-- ... (8 charts total)</a:t>
            </a:r>
            <a:br/>
            <a:r>
              <a:t>  |   +-- weather_report.txt</a:t>
            </a:r>
            <a:br/>
            <a:r>
              <a:t>  |</a:t>
            </a:r>
            <a:br/>
            <a:r>
              <a:t>  +-- requirements.txt</a:t>
            </a:r>
            <a:br/>
            <a:r>
              <a:t>  +-- LICENSE</a:t>
            </a:r>
            <a:br/>
            <a:r>
              <a:t>  +-- 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HOW TO LAUNCH THE APP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Clone Repository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  <a:latin typeface="Consolas"/>
              </a:defRPr>
            </a:pPr>
            <a:r>
              <a:t>git clone https://github.com/aperfectrio/weather-data-analyzer-and-prediction.git</a:t>
            </a:r>
            <a:br/>
            <a:r>
              <a:t>cd weather-data-analyzer-and-prediction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Install Dependencies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  <a:latin typeface="Consolas"/>
              </a:defRPr>
            </a:pPr>
            <a:r>
              <a:t>pip install -r requirements.txt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3. Run Python Application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  <a:latin typeface="Consolas"/>
              </a:defRPr>
            </a:pPr>
            <a:r>
              <a:t>python main.py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96012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Summary, Conclusions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10817352" cy="2743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  |  Intro to OSS Course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2560320" cy="109728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400" b="1">
                <a:solidFill>
                  <a:srgbClr val="10B981"/>
                </a:solidFill>
                <a:latin typeface="Segoe UI"/>
              </a:defRPr>
            </a:pPr>
            <a:r>
              <a:t>733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RECORDS TRAINED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371600"/>
            <a:ext cx="2560320" cy="109728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400" b="1">
                <a:solidFill>
                  <a:srgbClr val="10B981"/>
                </a:solidFill>
                <a:latin typeface="Segoe UI"/>
              </a:defRPr>
            </a:pPr>
            <a:r>
              <a:t>1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REGRESSION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2560320" cy="109728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400" b="1">
                <a:solidFill>
                  <a:srgbClr val="10B981"/>
                </a:solidFill>
                <a:latin typeface="Segoe UI"/>
              </a:defRPr>
            </a:pPr>
            <a:r>
              <a:t>76.98%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VALIDATION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8915400" y="1371600"/>
            <a:ext cx="2560320" cy="109728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>
              <a:defRPr sz="2400" b="1">
                <a:solidFill>
                  <a:srgbClr val="10B981"/>
                </a:solidFill>
                <a:latin typeface="Segoe UI"/>
              </a:defRPr>
            </a:pPr>
            <a:r>
              <a:t>8</a:t>
            </a:r>
          </a:p>
          <a:p>
            <a:pPr>
              <a:spcBef>
                <a:spcPts val="400"/>
              </a:spcBef>
              <a:defRPr sz="900" b="1">
                <a:solidFill>
                  <a:srgbClr val="F8FAFC"/>
                </a:solidFill>
                <a:latin typeface="Segoe UI"/>
              </a:defRPr>
            </a:pPr>
            <a:r>
              <a:t>CHARTS SAVED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WHAT WAS BUILT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Complete desktop weather data predictor platform.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Automatic regex column detectors, data preprocessing, and descriptive stats aggregations.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Interactive GUI forms that adapt dynamically to different CSV variables.</a:t>
            </a:r>
          </a:p>
          <a:p>
            <a:pPr>
              <a:spcAft>
                <a:spcPts val="600"/>
              </a:spcAft>
              <a:defRPr sz="1250">
                <a:solidFill>
                  <a:srgbClr val="94A3B8"/>
                </a:solidFill>
                <a:latin typeface="Segoe UI"/>
              </a:defRPr>
            </a:pPr>
            <a:r>
              <a:t>• Full open source docs: README.md, MIT LICENSE,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74320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WHAT I LEARNED &amp; FUTURE ROADMAP</a:t>
            </a:r>
          </a:p>
          <a:p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Algorithm Extension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Support non-linear predictive algorithms (Random Forest, Gradient Boosting).</a:t>
            </a:r>
          </a:p>
          <a:p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Live API Integration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Integrate OpenWeatherMap APIs to fetch live weather logs in-app.</a:t>
            </a:r>
          </a:p>
          <a:p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Lessons Learned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Decoupling GUI structures from backend algorithms improves codebase clean-checks.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0B981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74720"/>
            <a:ext cx="10817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8FAFC"/>
                </a:solidFill>
                <a:latin typeface="Segoe UI"/>
              </a:defRPr>
            </a:pPr>
            <a:r>
              <a:t>Feel Free To Ask Any Questions!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GitHub Repository: https://github.com/aperfectrio/weather-data-analyzer-and-prediction</a:t>
            </a:r>
            <a:br/>
            <a:r>
              <a:t>Contact: [Student Email Placeholder]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