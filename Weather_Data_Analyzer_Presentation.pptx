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4592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8FAFC"/>
                </a:solidFill>
                <a:latin typeface="Segoe UI"/>
              </a:defRPr>
            </a:pPr>
            <a:r>
              <a:t>Weather Data Analyzer &amp;</a:t>
            </a:r>
            <a:br/>
            <a:r>
              <a:t>Temperature Prediction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40480"/>
            <a:ext cx="108173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366F1"/>
                </a:solidFill>
                <a:latin typeface="Segoe UI"/>
              </a:defRPr>
            </a:pPr>
            <a:r>
              <a:t>A Python-Tkinter Desktop Application &amp; Machine Learning Platform</a:t>
            </a:r>
            <a:br/>
            <a:r>
              <a:t>University Project Presentation | Introduction to Open Source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3035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94A3B8"/>
                </a:solidFill>
                <a:latin typeface="Segoe UI"/>
              </a:defRPr>
            </a:pPr>
            <a:r>
              <a:t>Developer: Academic Presentation Placeholder</a:t>
            </a:r>
            <a:br/>
            <a:r>
              <a:t>Open Source Software Course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6366F1"/>
                </a:solidFill>
                <a:latin typeface="Segoe UI"/>
              </a:defRPr>
            </a:pPr>
            <a:r>
              <a:t>Project Overview &amp;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Core Objectives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Develop an interactive, client-side desktop dashboard using Python &amp; Tkinter.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Enable parsing, statistical analysis, and graphing of weather records.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Implement a machine learning regression model to forecast temperatures.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Save all visualizations and write detailed analytical report files dynamically.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Educational Value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Suitable for academic presentations showing modular software design.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Demonstrates real-world data cleaning, sorting, and regression steps.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Adheres strictly to standard open-source structures (MIT licensing, git versioning, modular code).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6366F1"/>
                </a:solidFill>
                <a:latin typeface="Segoe UI"/>
              </a:defRPr>
            </a:pPr>
            <a:r>
              <a:t>Core 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Data Processing &amp; Analytics</a:t>
            </a:r>
          </a:p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Pandas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Used for loaded CSV operations, sorting chronologically, missing cell imputation, and database preview tables.</a:t>
            </a:r>
          </a:p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NumPy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Handles quick vectorized matrix calculations and math operations.</a:t>
            </a:r>
          </a:p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Scikit-Learn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Powers the model training and splits. Implements LinearRegression with MAE/R2 evaluators.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GUI &amp; Visualization Engine</a:t>
            </a:r>
          </a:p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Tkinter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Standard desktop GUI library for cross-platform widgets, sidebar layouts, entries, and interactive components.</a:t>
            </a:r>
          </a:p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Matplotlib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Generates high-quality charts and supports TkAgg backend to embed figures directly in Tkinter.</a:t>
            </a:r>
          </a:p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Seaborn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Generates statistical plots and heatmaps with elegant palettes.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6366F1"/>
                </a:solidFill>
                <a:latin typeface="Segoe UI"/>
              </a:defRPr>
            </a:pPr>
            <a:r>
              <a:t>System Architecture &amp;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System Components</a:t>
            </a:r>
          </a:p>
          <a:p>
            <a:pPr>
              <a:defRPr sz="1500" b="1">
                <a:solidFill>
                  <a:srgbClr val="A78BFA"/>
                </a:solidFill>
                <a:latin typeface="Segoe UI"/>
              </a:defRPr>
            </a:pPr>
            <a:r>
              <a:t>WeatherDataProcessor Class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Independent engine containing data cleaning, descriptive statistics, chart saving, model training, validation splits, and file report compilation.</a:t>
            </a:r>
          </a:p>
          <a:p>
            <a:pPr>
              <a:defRPr sz="1500" b="1">
                <a:solidFill>
                  <a:srgbClr val="A78BFA"/>
                </a:solidFill>
                <a:latin typeface="Segoe UI"/>
              </a:defRPr>
            </a:pPr>
            <a:r>
              <a:t>WeatherApp Class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The presentation layer controlling window geometry, responsive layout framing, scrollable panels, Tkinter bindings, treeview previews, and dynamic forms.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Application Pipeline Flow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1. Browse &amp; Load CSV Dataset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2. Parse Date Chronology &amp; Clean Missing Elements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3. Compile Stats Dashboard &amp; Draw 7 Saveable Charts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4. Filter Predictors &amp; Split Dataset into 80/20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5. Train Model &amp; Score Validation Curve Errors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6. Render Dynamic Inputs Form &amp; Score Prediction</a:t>
            </a:r>
          </a:p>
          <a:p>
            <a:pPr>
              <a:spcAft>
                <a:spcPts val="6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7. Compile and Export Analytical Text File 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6366F1"/>
                </a:solidFill>
                <a:latin typeface="Segoe UI"/>
              </a:defRPr>
            </a:pPr>
            <a:r>
              <a:t>Smart Data Parsing &amp; Imputation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Regex Column Mapping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Avoids static column name dependencies, making it robust for other weather datasets.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Scans headers using case-insensitive regex pattern checks.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Auto-detects Date, Temp (Target), Humidity, Precip/Rainfall, Windspeed, and Condition categories.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Robust Clean &amp; Imputation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Parses date variables into standard Datetime index structures and sorts chronologically.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Auto-imputes empty cells in numerical feature columns using the column averages.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Auto-imputes empty cells in categorical columns using the column modes.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Includes safe defaults: if non-essential columns (like windspeed) are missing, stats display 'N/A' without crashing.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6366F1"/>
                </a:solidFill>
                <a:latin typeface="Segoe UI"/>
              </a:defRPr>
            </a:pPr>
            <a:r>
              <a:t>Exploratory Visualizations Gallery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7 Automated Saved Charts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1. Temperature Trend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Line chart displaying daily heat levels over time.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2. Monthly Avg Temperature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Bar chart showing avg temperatures across months.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3. Monthly Rainfall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Bar chart illustrating cumulative precipitation.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4. Weather Conditions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Pie chart breaking down overall sky condition ratios.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Advanced Graphics Features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5. Humidity Distribution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Histogram displaying density ranges and frequencies of humidity.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6. Temp vs. Humidity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Scatter plot tracking moisture variations against temperatures.</a:t>
            </a:r>
          </a:p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7. Feature Correlation Heatmap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Seaborn matrix mapping correlation coefficients between all numerical features.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6366F1"/>
                </a:solidFill>
                <a:latin typeface="Segoe UI"/>
              </a:defRPr>
            </a:pPr>
            <a:r>
              <a:t>Predictive Machine Learning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Linear Regression Core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Uses ordinary least squares linear regression from Scikit-Learn.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Target: Predict Temperature (temp column).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Features Selection: Automatically extracts all numeric columns while filtering out target temp, max/min, apparent feels-like, dew points, and indices.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Prevents overfitting or target leakage (no 'cheating' features).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Execution Steps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1. Train/Test Split: Splits records into 80% training set and 20% testing set to ensure out-of-sample evaluation.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2. Intercept &amp; Weights: Computes the base offset constant and regression coefficients for each predictor variable.</a:t>
            </a:r>
          </a:p>
          <a:p>
            <a:pPr>
              <a:spcAft>
                <a:spcPts val="1200"/>
              </a:spcAft>
              <a:defRPr sz="1300">
                <a:solidFill>
                  <a:srgbClr val="94A3B8"/>
                </a:solidFill>
                <a:latin typeface="Segoe UI"/>
              </a:defRPr>
            </a:pPr>
            <a:r>
              <a:t>3. Local Serialization: Serializes model metadata, parameters, and features dynamically to 'output/temperature_model.pkl'.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6366F1"/>
                </a:solidFill>
                <a:latin typeface="Segoe UI"/>
              </a:defRPr>
            </a:pPr>
            <a:r>
              <a:t>Model Performance &amp;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Metrics (Seoul Dataset)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R² Score (R-squared):  0.7698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Explains ~77.0% of the temperature variance in test sets.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Mean Absolute Error:   4.1071 °C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On average, temp predictions differ by just ~4.1 degrees.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Mean Squared Error:    27.5747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Penalty measure scoring lower deviation spreads.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Root Mean Sq. Error:   5.2512 °C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Standard deviation score of forecast residuals.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Actual vs. Predicted Validation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A validation chart is saved to 'output/actual_vs_predicted.png'.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Draws actual temperatures overlaid with predicted lines for test samples.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Allows direct visual analysis of regression fit lines during project demonstrations.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6366F1"/>
                </a:solidFill>
                <a:latin typeface="Segoe UI"/>
              </a:defRPr>
            </a:pPr>
            <a:r>
              <a:t>Interactive Desktop GUI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Visual Layout Styling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Premium slate dark theme (Slate-900 background, Slate-800 card frames).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Widescreen 1200x800 dimensions, structured to prevent visual crowding.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Navigation sidebar with active color-toggling and hover animation micro-effects.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Responsive canvas-scrollbar wrapper with mousewheel bindings.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Dynamic Predictive Entry Form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Scans the model features and dynamically constructs text entry boxes.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Automatically adjusts input boxes if a different dataset is loaded.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Fills out average values from the dataset as helpful default values.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Evaluates inputs and outputs results in a large badge, color-coded based on temperature range (cold, moderate, hot).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6366F1"/>
                </a:solidFill>
                <a:latin typeface="Segoe UI"/>
              </a:defRPr>
            </a:pPr>
            <a:r>
              <a:t>Open Source Standards &amp; Code Quality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Code Quality &amp; Packaging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Modular architecture separating data engines from layout managers.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Robust try-except block wrappers preventing crashes on bad cells.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Clean project directory structure: inputs in data/, plots/text in output/.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Simple installation using standard requirements.txt files.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Versioning &amp; Licensing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Academic MIT License included to allow study, remixing, and redistribution.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Git configuration and .gitignore files pre-set to filter python caches.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Project repository fully committed and pushed to remote GitHub repository.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Detailed README.md documenting system architecture and libraries.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200" b="1">
                <a:solidFill>
                  <a:srgbClr val="6366F1"/>
                </a:solidFill>
                <a:latin typeface="Segoe UI"/>
              </a:defRPr>
            </a:pPr>
            <a:r>
              <a:t>Conclusion &amp; Future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17352" cy="36576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Weather Data Analyzer &amp; Temperature Prediction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Future Roadmap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Advanced ML Algorithms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Support Random Forest, XGBoost, or time-series (LSTM) prediction engines.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Live API Integrations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Fetch real-time weather stats from OpenWeatherMap to predict immediate local temp shifts.</a:t>
            </a:r>
          </a:p>
          <a:p>
            <a:pPr>
              <a:defRPr sz="1400" b="1">
                <a:solidFill>
                  <a:srgbClr val="6366F1"/>
                </a:solidFill>
                <a:latin typeface="Segoe UI"/>
              </a:defRPr>
            </a:pPr>
            <a:r>
              <a:t>Report Extensions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Segoe UI"/>
              </a:defRPr>
            </a:pPr>
            <a:r>
              <a:t>Render and compile weather reports to formatted PDF tables.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Summary &amp; Q&amp;A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Successfully delivered a clean, desktop weather analyzer application.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Demonstrates structured modular designs, clean documentation, and regression splits.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• Perfect educational framework for open-source study.</a:t>
            </a:r>
          </a:p>
          <a:p>
            <a:pPr>
              <a:spcBef>
                <a:spcPts val="1500"/>
              </a:spcBef>
              <a:defRPr sz="1800" b="1">
                <a:solidFill>
                  <a:srgbClr val="10B981"/>
                </a:solidFill>
                <a:latin typeface="Segoe UI"/>
              </a:defRPr>
            </a:pPr>
            <a:r>
              <a:t>Thank You!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