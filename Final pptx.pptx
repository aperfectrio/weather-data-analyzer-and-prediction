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C8869F-937C-43BC-9158-1DE543E59B9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531E60-962B-4B6D-BB0C-1DF651390B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WHAT THE SYSTEM DOES</a:t>
          </a:r>
          <a:endParaRPr lang="en-US"/>
        </a:p>
      </dgm:t>
    </dgm:pt>
    <dgm:pt modelId="{2BEFAA5D-77C6-445E-926C-DD4ADBC71B7D}" type="parTrans" cxnId="{44608B66-D0A1-4068-A051-2C2B22804FBD}">
      <dgm:prSet/>
      <dgm:spPr/>
      <dgm:t>
        <a:bodyPr/>
        <a:lstStyle/>
        <a:p>
          <a:endParaRPr lang="en-US"/>
        </a:p>
      </dgm:t>
    </dgm:pt>
    <dgm:pt modelId="{D7043551-C6EE-441E-BF6F-F6CD31C86B48}" type="sibTrans" cxnId="{44608B66-D0A1-4068-A051-2C2B22804FBD}">
      <dgm:prSet/>
      <dgm:spPr/>
      <dgm:t>
        <a:bodyPr/>
        <a:lstStyle/>
        <a:p>
          <a:endParaRPr lang="en-US"/>
        </a:p>
      </dgm:t>
    </dgm:pt>
    <dgm:pt modelId="{4911E6C3-62B3-4AD5-A766-A66C8EB24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📦  Loads and preprocesses CSV datasets cleanly</a:t>
          </a:r>
        </a:p>
      </dgm:t>
    </dgm:pt>
    <dgm:pt modelId="{79FD64DA-6402-4D18-A810-79EBFB933851}" type="parTrans" cxnId="{1DA39AC6-09C1-433A-AC33-6D44190EA571}">
      <dgm:prSet/>
      <dgm:spPr/>
      <dgm:t>
        <a:bodyPr/>
        <a:lstStyle/>
        <a:p>
          <a:endParaRPr lang="en-US"/>
        </a:p>
      </dgm:t>
    </dgm:pt>
    <dgm:pt modelId="{C64436BC-71C9-4930-9564-9890B7F17976}" type="sibTrans" cxnId="{1DA39AC6-09C1-433A-AC33-6D44190EA571}">
      <dgm:prSet/>
      <dgm:spPr/>
      <dgm:t>
        <a:bodyPr/>
        <a:lstStyle/>
        <a:p>
          <a:endParaRPr lang="en-US"/>
        </a:p>
      </dgm:t>
    </dgm:pt>
    <dgm:pt modelId="{1EE24F70-A76C-430A-949C-DB80FB7C2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📊  Calculates descriptive meteorological stats</a:t>
          </a:r>
        </a:p>
      </dgm:t>
    </dgm:pt>
    <dgm:pt modelId="{EAF647C4-53AA-4652-AA38-FB1AC63E172A}" type="parTrans" cxnId="{FFFA371B-99F5-428A-8039-1CEB1BE15733}">
      <dgm:prSet/>
      <dgm:spPr/>
      <dgm:t>
        <a:bodyPr/>
        <a:lstStyle/>
        <a:p>
          <a:endParaRPr lang="en-US"/>
        </a:p>
      </dgm:t>
    </dgm:pt>
    <dgm:pt modelId="{9D93AC45-BF31-42A7-BCB2-7FD321CD7208}" type="sibTrans" cxnId="{FFFA371B-99F5-428A-8039-1CEB1BE15733}">
      <dgm:prSet/>
      <dgm:spPr/>
      <dgm:t>
        <a:bodyPr/>
        <a:lstStyle/>
        <a:p>
          <a:endParaRPr lang="en-US"/>
        </a:p>
      </dgm:t>
    </dgm:pt>
    <dgm:pt modelId="{705117D6-3CF3-4D39-8DDE-FD3FEC1C28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🖼️  Generates 8 visual plot files dynamically</a:t>
          </a:r>
        </a:p>
      </dgm:t>
    </dgm:pt>
    <dgm:pt modelId="{FAF583AE-1462-4963-AB27-32E9B39EA08D}" type="parTrans" cxnId="{D38FCC38-C178-4A82-99B4-502D351C1F16}">
      <dgm:prSet/>
      <dgm:spPr/>
      <dgm:t>
        <a:bodyPr/>
        <a:lstStyle/>
        <a:p>
          <a:endParaRPr lang="en-US"/>
        </a:p>
      </dgm:t>
    </dgm:pt>
    <dgm:pt modelId="{9D655231-D32E-4153-928D-F22BD940AA40}" type="sibTrans" cxnId="{D38FCC38-C178-4A82-99B4-502D351C1F16}">
      <dgm:prSet/>
      <dgm:spPr/>
      <dgm:t>
        <a:bodyPr/>
        <a:lstStyle/>
        <a:p>
          <a:endParaRPr lang="en-US"/>
        </a:p>
      </dgm:t>
    </dgm:pt>
    <dgm:pt modelId="{0723588E-DD0A-4CB0-A501-136B52B96A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🤖  Trains Scikit-Learn Linear Regression engine</a:t>
          </a:r>
        </a:p>
      </dgm:t>
    </dgm:pt>
    <dgm:pt modelId="{AA92FBFB-BF2E-4B5A-8DFA-86C3BE1E1CCD}" type="parTrans" cxnId="{53D6DE7F-80FE-4A85-BFC5-2E44CE3C7C4F}">
      <dgm:prSet/>
      <dgm:spPr/>
      <dgm:t>
        <a:bodyPr/>
        <a:lstStyle/>
        <a:p>
          <a:endParaRPr lang="en-US"/>
        </a:p>
      </dgm:t>
    </dgm:pt>
    <dgm:pt modelId="{7B59D337-EBF9-4368-992D-969A78858991}" type="sibTrans" cxnId="{53D6DE7F-80FE-4A85-BFC5-2E44CE3C7C4F}">
      <dgm:prSet/>
      <dgm:spPr/>
      <dgm:t>
        <a:bodyPr/>
        <a:lstStyle/>
        <a:p>
          <a:endParaRPr lang="en-US"/>
        </a:p>
      </dgm:t>
    </dgm:pt>
    <dgm:pt modelId="{7289192C-01DD-4213-9E90-3D3C198335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💾  Saves model binaries using local pickle files</a:t>
          </a:r>
        </a:p>
      </dgm:t>
    </dgm:pt>
    <dgm:pt modelId="{21AFAC4B-E087-4CCD-A848-B9A90E9DF39C}" type="parTrans" cxnId="{110967D3-CD90-4348-8E37-F9053BF54112}">
      <dgm:prSet/>
      <dgm:spPr/>
      <dgm:t>
        <a:bodyPr/>
        <a:lstStyle/>
        <a:p>
          <a:endParaRPr lang="en-US"/>
        </a:p>
      </dgm:t>
    </dgm:pt>
    <dgm:pt modelId="{BFDC6A8D-6F63-4C8E-AF8B-67AF1C3069F1}" type="sibTrans" cxnId="{110967D3-CD90-4348-8E37-F9053BF54112}">
      <dgm:prSet/>
      <dgm:spPr/>
      <dgm:t>
        <a:bodyPr/>
        <a:lstStyle/>
        <a:p>
          <a:endParaRPr lang="en-US"/>
        </a:p>
      </dgm:t>
    </dgm:pt>
    <dgm:pt modelId="{1643728E-7774-4ECA-AC18-8A9B2A6725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🖥️  Provides responsive, modern desktop GUI panels</a:t>
          </a:r>
        </a:p>
      </dgm:t>
    </dgm:pt>
    <dgm:pt modelId="{6B08E6F8-BF5D-4AD3-92A7-75FEE632EE03}" type="parTrans" cxnId="{40939E2C-6AF7-4862-8479-9AB072F2CFE4}">
      <dgm:prSet/>
      <dgm:spPr/>
      <dgm:t>
        <a:bodyPr/>
        <a:lstStyle/>
        <a:p>
          <a:endParaRPr lang="en-US"/>
        </a:p>
      </dgm:t>
    </dgm:pt>
    <dgm:pt modelId="{B68BBC36-F8F9-4FCA-8F2F-E2405849F07D}" type="sibTrans" cxnId="{40939E2C-6AF7-4862-8479-9AB072F2CFE4}">
      <dgm:prSet/>
      <dgm:spPr/>
      <dgm:t>
        <a:bodyPr/>
        <a:lstStyle/>
        <a:p>
          <a:endParaRPr lang="en-US"/>
        </a:p>
      </dgm:t>
    </dgm:pt>
    <dgm:pt modelId="{ECE965DB-8457-457C-B375-DD79E992A6C4}" type="pres">
      <dgm:prSet presAssocID="{8FC8869F-937C-43BC-9158-1DE543E59B96}" presName="root" presStyleCnt="0">
        <dgm:presLayoutVars>
          <dgm:dir/>
          <dgm:resizeHandles val="exact"/>
        </dgm:presLayoutVars>
      </dgm:prSet>
      <dgm:spPr/>
    </dgm:pt>
    <dgm:pt modelId="{E5CFEB35-90A8-4E8B-B918-6A03270A64EA}" type="pres">
      <dgm:prSet presAssocID="{5A531E60-962B-4B6D-BB0C-1DF651390B94}" presName="compNode" presStyleCnt="0"/>
      <dgm:spPr/>
    </dgm:pt>
    <dgm:pt modelId="{BD7AF501-BD63-4E68-9BC8-230A509518B6}" type="pres">
      <dgm:prSet presAssocID="{5A531E60-962B-4B6D-BB0C-1DF651390B94}" presName="bgRect" presStyleLbl="bgShp" presStyleIdx="0" presStyleCnt="7"/>
      <dgm:spPr/>
    </dgm:pt>
    <dgm:pt modelId="{D5A09627-B3C7-432D-8A96-2F3345899CB0}" type="pres">
      <dgm:prSet presAssocID="{5A531E60-962B-4B6D-BB0C-1DF651390B9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939C6E0-5E76-45B3-8D7C-6C2A388C9308}" type="pres">
      <dgm:prSet presAssocID="{5A531E60-962B-4B6D-BB0C-1DF651390B94}" presName="spaceRect" presStyleCnt="0"/>
      <dgm:spPr/>
    </dgm:pt>
    <dgm:pt modelId="{5AEBB452-A6D8-41B6-9F87-38F933E258D2}" type="pres">
      <dgm:prSet presAssocID="{5A531E60-962B-4B6D-BB0C-1DF651390B94}" presName="parTx" presStyleLbl="revTx" presStyleIdx="0" presStyleCnt="7">
        <dgm:presLayoutVars>
          <dgm:chMax val="0"/>
          <dgm:chPref val="0"/>
        </dgm:presLayoutVars>
      </dgm:prSet>
      <dgm:spPr/>
    </dgm:pt>
    <dgm:pt modelId="{99E89864-9657-4ADE-B735-3357D62B48D7}" type="pres">
      <dgm:prSet presAssocID="{D7043551-C6EE-441E-BF6F-F6CD31C86B48}" presName="sibTrans" presStyleCnt="0"/>
      <dgm:spPr/>
    </dgm:pt>
    <dgm:pt modelId="{E68E74BE-4E26-4B54-8A1E-A37B80C668B5}" type="pres">
      <dgm:prSet presAssocID="{4911E6C3-62B3-4AD5-A766-A66C8EB24A05}" presName="compNode" presStyleCnt="0"/>
      <dgm:spPr/>
    </dgm:pt>
    <dgm:pt modelId="{4FE67BBB-8E7E-4239-AFD3-2B4AF0E90F52}" type="pres">
      <dgm:prSet presAssocID="{4911E6C3-62B3-4AD5-A766-A66C8EB24A05}" presName="bgRect" presStyleLbl="bgShp" presStyleIdx="1" presStyleCnt="7"/>
      <dgm:spPr/>
    </dgm:pt>
    <dgm:pt modelId="{A68567FC-F01D-4F1B-BD92-9D56F6060EAA}" type="pres">
      <dgm:prSet presAssocID="{4911E6C3-62B3-4AD5-A766-A66C8EB24A0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DAD162-E37F-441D-A5F1-42BAAC89CAEC}" type="pres">
      <dgm:prSet presAssocID="{4911E6C3-62B3-4AD5-A766-A66C8EB24A05}" presName="spaceRect" presStyleCnt="0"/>
      <dgm:spPr/>
    </dgm:pt>
    <dgm:pt modelId="{494EDB99-A440-4D88-9152-490F48362A29}" type="pres">
      <dgm:prSet presAssocID="{4911E6C3-62B3-4AD5-A766-A66C8EB24A05}" presName="parTx" presStyleLbl="revTx" presStyleIdx="1" presStyleCnt="7">
        <dgm:presLayoutVars>
          <dgm:chMax val="0"/>
          <dgm:chPref val="0"/>
        </dgm:presLayoutVars>
      </dgm:prSet>
      <dgm:spPr/>
    </dgm:pt>
    <dgm:pt modelId="{676881B3-1622-4555-B068-B6BE8EC6BDD2}" type="pres">
      <dgm:prSet presAssocID="{C64436BC-71C9-4930-9564-9890B7F17976}" presName="sibTrans" presStyleCnt="0"/>
      <dgm:spPr/>
    </dgm:pt>
    <dgm:pt modelId="{627F534F-C06A-4DEF-832E-8C441F636117}" type="pres">
      <dgm:prSet presAssocID="{1EE24F70-A76C-430A-949C-DB80FB7C2687}" presName="compNode" presStyleCnt="0"/>
      <dgm:spPr/>
    </dgm:pt>
    <dgm:pt modelId="{0AEBD04B-142B-4715-A2FB-B9D739D1D47B}" type="pres">
      <dgm:prSet presAssocID="{1EE24F70-A76C-430A-949C-DB80FB7C2687}" presName="bgRect" presStyleLbl="bgShp" presStyleIdx="2" presStyleCnt="7"/>
      <dgm:spPr/>
    </dgm:pt>
    <dgm:pt modelId="{86CA55BE-FB68-4492-8B2E-F421459E73E7}" type="pres">
      <dgm:prSet presAssocID="{1EE24F70-A76C-430A-949C-DB80FB7C2687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FA0175E3-A17B-4078-8C04-D0BF0E33350D}" type="pres">
      <dgm:prSet presAssocID="{1EE24F70-A76C-430A-949C-DB80FB7C2687}" presName="spaceRect" presStyleCnt="0"/>
      <dgm:spPr/>
    </dgm:pt>
    <dgm:pt modelId="{0CD81BA8-6D66-4991-AA5E-44AD461CA5EA}" type="pres">
      <dgm:prSet presAssocID="{1EE24F70-A76C-430A-949C-DB80FB7C2687}" presName="parTx" presStyleLbl="revTx" presStyleIdx="2" presStyleCnt="7">
        <dgm:presLayoutVars>
          <dgm:chMax val="0"/>
          <dgm:chPref val="0"/>
        </dgm:presLayoutVars>
      </dgm:prSet>
      <dgm:spPr/>
    </dgm:pt>
    <dgm:pt modelId="{48415223-DB03-4664-994F-C934F717DAEC}" type="pres">
      <dgm:prSet presAssocID="{9D93AC45-BF31-42A7-BCB2-7FD321CD7208}" presName="sibTrans" presStyleCnt="0"/>
      <dgm:spPr/>
    </dgm:pt>
    <dgm:pt modelId="{C0B38D32-F4BD-43C8-95EB-FF8955C6328D}" type="pres">
      <dgm:prSet presAssocID="{705117D6-3CF3-4D39-8DDE-FD3FEC1C286E}" presName="compNode" presStyleCnt="0"/>
      <dgm:spPr/>
    </dgm:pt>
    <dgm:pt modelId="{17EA0214-457F-4AF0-AA2D-7D4D21EACCF2}" type="pres">
      <dgm:prSet presAssocID="{705117D6-3CF3-4D39-8DDE-FD3FEC1C286E}" presName="bgRect" presStyleLbl="bgShp" presStyleIdx="3" presStyleCnt="7"/>
      <dgm:spPr/>
    </dgm:pt>
    <dgm:pt modelId="{4AFA6F52-38A2-4B25-AE6A-4234FE58A5E3}" type="pres">
      <dgm:prSet presAssocID="{705117D6-3CF3-4D39-8DDE-FD3FEC1C286E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AE2BEBF-BB05-4730-945E-BC858B10220D}" type="pres">
      <dgm:prSet presAssocID="{705117D6-3CF3-4D39-8DDE-FD3FEC1C286E}" presName="spaceRect" presStyleCnt="0"/>
      <dgm:spPr/>
    </dgm:pt>
    <dgm:pt modelId="{212A7B13-4E8B-447D-894B-43E6128AC93C}" type="pres">
      <dgm:prSet presAssocID="{705117D6-3CF3-4D39-8DDE-FD3FEC1C286E}" presName="parTx" presStyleLbl="revTx" presStyleIdx="3" presStyleCnt="7">
        <dgm:presLayoutVars>
          <dgm:chMax val="0"/>
          <dgm:chPref val="0"/>
        </dgm:presLayoutVars>
      </dgm:prSet>
      <dgm:spPr/>
    </dgm:pt>
    <dgm:pt modelId="{24159F1A-CD84-46BE-9740-0FB6BD735A96}" type="pres">
      <dgm:prSet presAssocID="{9D655231-D32E-4153-928D-F22BD940AA40}" presName="sibTrans" presStyleCnt="0"/>
      <dgm:spPr/>
    </dgm:pt>
    <dgm:pt modelId="{F8FB6B0A-FA8E-440A-85FF-681E579281CD}" type="pres">
      <dgm:prSet presAssocID="{0723588E-DD0A-4CB0-A501-136B52B96A20}" presName="compNode" presStyleCnt="0"/>
      <dgm:spPr/>
    </dgm:pt>
    <dgm:pt modelId="{A70C038A-1177-407F-A5FA-3F47DA03B005}" type="pres">
      <dgm:prSet presAssocID="{0723588E-DD0A-4CB0-A501-136B52B96A20}" presName="bgRect" presStyleLbl="bgShp" presStyleIdx="4" presStyleCnt="7"/>
      <dgm:spPr/>
    </dgm:pt>
    <dgm:pt modelId="{1F16FB21-3B11-43C7-BA2F-312F8119BE59}" type="pres">
      <dgm:prSet presAssocID="{0723588E-DD0A-4CB0-A501-136B52B96A20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92647463-CEF0-4A2F-8F4D-070571409DE4}" type="pres">
      <dgm:prSet presAssocID="{0723588E-DD0A-4CB0-A501-136B52B96A20}" presName="spaceRect" presStyleCnt="0"/>
      <dgm:spPr/>
    </dgm:pt>
    <dgm:pt modelId="{99C0D6D7-CFDD-4BE8-9A93-AFF0BECA7DCA}" type="pres">
      <dgm:prSet presAssocID="{0723588E-DD0A-4CB0-A501-136B52B96A20}" presName="parTx" presStyleLbl="revTx" presStyleIdx="4" presStyleCnt="7">
        <dgm:presLayoutVars>
          <dgm:chMax val="0"/>
          <dgm:chPref val="0"/>
        </dgm:presLayoutVars>
      </dgm:prSet>
      <dgm:spPr/>
    </dgm:pt>
    <dgm:pt modelId="{D4610AD9-9969-4B6A-BB58-0F0C2FEB5BA7}" type="pres">
      <dgm:prSet presAssocID="{7B59D337-EBF9-4368-992D-969A78858991}" presName="sibTrans" presStyleCnt="0"/>
      <dgm:spPr/>
    </dgm:pt>
    <dgm:pt modelId="{64836062-246E-4E07-8B41-F846BA52828E}" type="pres">
      <dgm:prSet presAssocID="{7289192C-01DD-4213-9E90-3D3C1983352C}" presName="compNode" presStyleCnt="0"/>
      <dgm:spPr/>
    </dgm:pt>
    <dgm:pt modelId="{62E86653-F39B-4F6E-8F59-7E033AF85446}" type="pres">
      <dgm:prSet presAssocID="{7289192C-01DD-4213-9E90-3D3C1983352C}" presName="bgRect" presStyleLbl="bgShp" presStyleIdx="5" presStyleCnt="7"/>
      <dgm:spPr/>
    </dgm:pt>
    <dgm:pt modelId="{016AA77B-2A8B-44DC-813D-6D8F5A613AEC}" type="pres">
      <dgm:prSet presAssocID="{7289192C-01DD-4213-9E90-3D3C1983352C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C8B907E-552B-425E-B194-7405BF5C62D5}" type="pres">
      <dgm:prSet presAssocID="{7289192C-01DD-4213-9E90-3D3C1983352C}" presName="spaceRect" presStyleCnt="0"/>
      <dgm:spPr/>
    </dgm:pt>
    <dgm:pt modelId="{62D2A088-61E3-475C-9944-846432F34171}" type="pres">
      <dgm:prSet presAssocID="{7289192C-01DD-4213-9E90-3D3C1983352C}" presName="parTx" presStyleLbl="revTx" presStyleIdx="5" presStyleCnt="7">
        <dgm:presLayoutVars>
          <dgm:chMax val="0"/>
          <dgm:chPref val="0"/>
        </dgm:presLayoutVars>
      </dgm:prSet>
      <dgm:spPr/>
    </dgm:pt>
    <dgm:pt modelId="{9CDAF220-9877-4C75-A0B0-444B3085A93E}" type="pres">
      <dgm:prSet presAssocID="{BFDC6A8D-6F63-4C8E-AF8B-67AF1C3069F1}" presName="sibTrans" presStyleCnt="0"/>
      <dgm:spPr/>
    </dgm:pt>
    <dgm:pt modelId="{551F4E47-3986-4ADB-A496-328E08B2FC96}" type="pres">
      <dgm:prSet presAssocID="{1643728E-7774-4ECA-AC18-8A9B2A672508}" presName="compNode" presStyleCnt="0"/>
      <dgm:spPr/>
    </dgm:pt>
    <dgm:pt modelId="{788BBCF6-E532-4B57-B767-5572774FBC13}" type="pres">
      <dgm:prSet presAssocID="{1643728E-7774-4ECA-AC18-8A9B2A672508}" presName="bgRect" presStyleLbl="bgShp" presStyleIdx="6" presStyleCnt="7"/>
      <dgm:spPr/>
    </dgm:pt>
    <dgm:pt modelId="{C2AB173E-714F-4CC9-B6F4-C48968678BE5}" type="pres">
      <dgm:prSet presAssocID="{1643728E-7774-4ECA-AC18-8A9B2A67250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7E16F8A1-69DC-4D62-9BF3-F96AA433203A}" type="pres">
      <dgm:prSet presAssocID="{1643728E-7774-4ECA-AC18-8A9B2A672508}" presName="spaceRect" presStyleCnt="0"/>
      <dgm:spPr/>
    </dgm:pt>
    <dgm:pt modelId="{D8B9DE8D-FB5E-4A84-AC39-93C5BEA37F18}" type="pres">
      <dgm:prSet presAssocID="{1643728E-7774-4ECA-AC18-8A9B2A67250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FFA371B-99F5-428A-8039-1CEB1BE15733}" srcId="{8FC8869F-937C-43BC-9158-1DE543E59B96}" destId="{1EE24F70-A76C-430A-949C-DB80FB7C2687}" srcOrd="2" destOrd="0" parTransId="{EAF647C4-53AA-4652-AA38-FB1AC63E172A}" sibTransId="{9D93AC45-BF31-42A7-BCB2-7FD321CD7208}"/>
    <dgm:cxn modelId="{FFC52927-8C3E-4C2C-A416-102B398F700C}" type="presOf" srcId="{7289192C-01DD-4213-9E90-3D3C1983352C}" destId="{62D2A088-61E3-475C-9944-846432F34171}" srcOrd="0" destOrd="0" presId="urn:microsoft.com/office/officeart/2018/2/layout/IconVerticalSolidList"/>
    <dgm:cxn modelId="{40939E2C-6AF7-4862-8479-9AB072F2CFE4}" srcId="{8FC8869F-937C-43BC-9158-1DE543E59B96}" destId="{1643728E-7774-4ECA-AC18-8A9B2A672508}" srcOrd="6" destOrd="0" parTransId="{6B08E6F8-BF5D-4AD3-92A7-75FEE632EE03}" sibTransId="{B68BBC36-F8F9-4FCA-8F2F-E2405849F07D}"/>
    <dgm:cxn modelId="{6D422B33-A799-4BD3-B34C-A8E47BB38D62}" type="presOf" srcId="{8FC8869F-937C-43BC-9158-1DE543E59B96}" destId="{ECE965DB-8457-457C-B375-DD79E992A6C4}" srcOrd="0" destOrd="0" presId="urn:microsoft.com/office/officeart/2018/2/layout/IconVerticalSolidList"/>
    <dgm:cxn modelId="{D38FCC38-C178-4A82-99B4-502D351C1F16}" srcId="{8FC8869F-937C-43BC-9158-1DE543E59B96}" destId="{705117D6-3CF3-4D39-8DDE-FD3FEC1C286E}" srcOrd="3" destOrd="0" parTransId="{FAF583AE-1462-4963-AB27-32E9B39EA08D}" sibTransId="{9D655231-D32E-4153-928D-F22BD940AA40}"/>
    <dgm:cxn modelId="{44608B66-D0A1-4068-A051-2C2B22804FBD}" srcId="{8FC8869F-937C-43BC-9158-1DE543E59B96}" destId="{5A531E60-962B-4B6D-BB0C-1DF651390B94}" srcOrd="0" destOrd="0" parTransId="{2BEFAA5D-77C6-445E-926C-DD4ADBC71B7D}" sibTransId="{D7043551-C6EE-441E-BF6F-F6CD31C86B48}"/>
    <dgm:cxn modelId="{53D6DE7F-80FE-4A85-BFC5-2E44CE3C7C4F}" srcId="{8FC8869F-937C-43BC-9158-1DE543E59B96}" destId="{0723588E-DD0A-4CB0-A501-136B52B96A20}" srcOrd="4" destOrd="0" parTransId="{AA92FBFB-BF2E-4B5A-8DFA-86C3BE1E1CCD}" sibTransId="{7B59D337-EBF9-4368-992D-969A78858991}"/>
    <dgm:cxn modelId="{BD9B0C8A-11BE-4BB4-B7BD-26BDA96F64F6}" type="presOf" srcId="{1EE24F70-A76C-430A-949C-DB80FB7C2687}" destId="{0CD81BA8-6D66-4991-AA5E-44AD461CA5EA}" srcOrd="0" destOrd="0" presId="urn:microsoft.com/office/officeart/2018/2/layout/IconVerticalSolidList"/>
    <dgm:cxn modelId="{A320F094-7455-4FF2-A5A2-21AFEBAA054E}" type="presOf" srcId="{5A531E60-962B-4B6D-BB0C-1DF651390B94}" destId="{5AEBB452-A6D8-41B6-9F87-38F933E258D2}" srcOrd="0" destOrd="0" presId="urn:microsoft.com/office/officeart/2018/2/layout/IconVerticalSolidList"/>
    <dgm:cxn modelId="{AA7C74C6-BF49-4234-B6B3-8E3CCA0AD285}" type="presOf" srcId="{705117D6-3CF3-4D39-8DDE-FD3FEC1C286E}" destId="{212A7B13-4E8B-447D-894B-43E6128AC93C}" srcOrd="0" destOrd="0" presId="urn:microsoft.com/office/officeart/2018/2/layout/IconVerticalSolidList"/>
    <dgm:cxn modelId="{1DA39AC6-09C1-433A-AC33-6D44190EA571}" srcId="{8FC8869F-937C-43BC-9158-1DE543E59B96}" destId="{4911E6C3-62B3-4AD5-A766-A66C8EB24A05}" srcOrd="1" destOrd="0" parTransId="{79FD64DA-6402-4D18-A810-79EBFB933851}" sibTransId="{C64436BC-71C9-4930-9564-9890B7F17976}"/>
    <dgm:cxn modelId="{FFA5F8C7-A75A-448C-A273-7AA6C6D04802}" type="presOf" srcId="{4911E6C3-62B3-4AD5-A766-A66C8EB24A05}" destId="{494EDB99-A440-4D88-9152-490F48362A29}" srcOrd="0" destOrd="0" presId="urn:microsoft.com/office/officeart/2018/2/layout/IconVerticalSolidList"/>
    <dgm:cxn modelId="{EE34C2CE-DA4B-4AF2-8456-CC1A965BD23D}" type="presOf" srcId="{1643728E-7774-4ECA-AC18-8A9B2A672508}" destId="{D8B9DE8D-FB5E-4A84-AC39-93C5BEA37F18}" srcOrd="0" destOrd="0" presId="urn:microsoft.com/office/officeart/2018/2/layout/IconVerticalSolidList"/>
    <dgm:cxn modelId="{110967D3-CD90-4348-8E37-F9053BF54112}" srcId="{8FC8869F-937C-43BC-9158-1DE543E59B96}" destId="{7289192C-01DD-4213-9E90-3D3C1983352C}" srcOrd="5" destOrd="0" parTransId="{21AFAC4B-E087-4CCD-A848-B9A90E9DF39C}" sibTransId="{BFDC6A8D-6F63-4C8E-AF8B-67AF1C3069F1}"/>
    <dgm:cxn modelId="{11226FD6-B230-4A9A-9B5C-4F26FA2717EB}" type="presOf" srcId="{0723588E-DD0A-4CB0-A501-136B52B96A20}" destId="{99C0D6D7-CFDD-4BE8-9A93-AFF0BECA7DCA}" srcOrd="0" destOrd="0" presId="urn:microsoft.com/office/officeart/2018/2/layout/IconVerticalSolidList"/>
    <dgm:cxn modelId="{D8E47A13-B47A-4B67-8508-434433F92E6E}" type="presParOf" srcId="{ECE965DB-8457-457C-B375-DD79E992A6C4}" destId="{E5CFEB35-90A8-4E8B-B918-6A03270A64EA}" srcOrd="0" destOrd="0" presId="urn:microsoft.com/office/officeart/2018/2/layout/IconVerticalSolidList"/>
    <dgm:cxn modelId="{C7E69C01-D166-4AC2-BAB9-9E74545CDE7E}" type="presParOf" srcId="{E5CFEB35-90A8-4E8B-B918-6A03270A64EA}" destId="{BD7AF501-BD63-4E68-9BC8-230A509518B6}" srcOrd="0" destOrd="0" presId="urn:microsoft.com/office/officeart/2018/2/layout/IconVerticalSolidList"/>
    <dgm:cxn modelId="{C7684529-BAF9-44F6-B00D-2CB5D03147EA}" type="presParOf" srcId="{E5CFEB35-90A8-4E8B-B918-6A03270A64EA}" destId="{D5A09627-B3C7-432D-8A96-2F3345899CB0}" srcOrd="1" destOrd="0" presId="urn:microsoft.com/office/officeart/2018/2/layout/IconVerticalSolidList"/>
    <dgm:cxn modelId="{E6E98C27-5537-4FC5-BE1D-434C0AB79BE7}" type="presParOf" srcId="{E5CFEB35-90A8-4E8B-B918-6A03270A64EA}" destId="{E939C6E0-5E76-45B3-8D7C-6C2A388C9308}" srcOrd="2" destOrd="0" presId="urn:microsoft.com/office/officeart/2018/2/layout/IconVerticalSolidList"/>
    <dgm:cxn modelId="{ADEE24E1-0FAF-4EE9-A817-CB752230BE51}" type="presParOf" srcId="{E5CFEB35-90A8-4E8B-B918-6A03270A64EA}" destId="{5AEBB452-A6D8-41B6-9F87-38F933E258D2}" srcOrd="3" destOrd="0" presId="urn:microsoft.com/office/officeart/2018/2/layout/IconVerticalSolidList"/>
    <dgm:cxn modelId="{1BD8AF9D-5614-4368-97C5-2F92513AC259}" type="presParOf" srcId="{ECE965DB-8457-457C-B375-DD79E992A6C4}" destId="{99E89864-9657-4ADE-B735-3357D62B48D7}" srcOrd="1" destOrd="0" presId="urn:microsoft.com/office/officeart/2018/2/layout/IconVerticalSolidList"/>
    <dgm:cxn modelId="{16C48BC6-3115-4315-9BEF-57B5A5021CC5}" type="presParOf" srcId="{ECE965DB-8457-457C-B375-DD79E992A6C4}" destId="{E68E74BE-4E26-4B54-8A1E-A37B80C668B5}" srcOrd="2" destOrd="0" presId="urn:microsoft.com/office/officeart/2018/2/layout/IconVerticalSolidList"/>
    <dgm:cxn modelId="{E6A436C6-6855-4B08-8B12-F9BD5249F134}" type="presParOf" srcId="{E68E74BE-4E26-4B54-8A1E-A37B80C668B5}" destId="{4FE67BBB-8E7E-4239-AFD3-2B4AF0E90F52}" srcOrd="0" destOrd="0" presId="urn:microsoft.com/office/officeart/2018/2/layout/IconVerticalSolidList"/>
    <dgm:cxn modelId="{CD926CA2-D6E0-486B-BA1C-11DE3B8C0BA5}" type="presParOf" srcId="{E68E74BE-4E26-4B54-8A1E-A37B80C668B5}" destId="{A68567FC-F01D-4F1B-BD92-9D56F6060EAA}" srcOrd="1" destOrd="0" presId="urn:microsoft.com/office/officeart/2018/2/layout/IconVerticalSolidList"/>
    <dgm:cxn modelId="{BC3B3C42-8966-4771-B965-BF9E1EBF70B5}" type="presParOf" srcId="{E68E74BE-4E26-4B54-8A1E-A37B80C668B5}" destId="{28DAD162-E37F-441D-A5F1-42BAAC89CAEC}" srcOrd="2" destOrd="0" presId="urn:microsoft.com/office/officeart/2018/2/layout/IconVerticalSolidList"/>
    <dgm:cxn modelId="{448E3FAD-DC7C-4F14-8ABD-6FDB5137CC56}" type="presParOf" srcId="{E68E74BE-4E26-4B54-8A1E-A37B80C668B5}" destId="{494EDB99-A440-4D88-9152-490F48362A29}" srcOrd="3" destOrd="0" presId="urn:microsoft.com/office/officeart/2018/2/layout/IconVerticalSolidList"/>
    <dgm:cxn modelId="{EEE188A1-06ED-4D40-8C2F-34B016874FC7}" type="presParOf" srcId="{ECE965DB-8457-457C-B375-DD79E992A6C4}" destId="{676881B3-1622-4555-B068-B6BE8EC6BDD2}" srcOrd="3" destOrd="0" presId="urn:microsoft.com/office/officeart/2018/2/layout/IconVerticalSolidList"/>
    <dgm:cxn modelId="{885ABB93-E1E5-4862-BE90-A3FCCE3A4F97}" type="presParOf" srcId="{ECE965DB-8457-457C-B375-DD79E992A6C4}" destId="{627F534F-C06A-4DEF-832E-8C441F636117}" srcOrd="4" destOrd="0" presId="urn:microsoft.com/office/officeart/2018/2/layout/IconVerticalSolidList"/>
    <dgm:cxn modelId="{27573D94-D9E7-4100-9E00-56A83C6DFE43}" type="presParOf" srcId="{627F534F-C06A-4DEF-832E-8C441F636117}" destId="{0AEBD04B-142B-4715-A2FB-B9D739D1D47B}" srcOrd="0" destOrd="0" presId="urn:microsoft.com/office/officeart/2018/2/layout/IconVerticalSolidList"/>
    <dgm:cxn modelId="{09CE6FAA-557F-41DD-B998-8B816A8B057A}" type="presParOf" srcId="{627F534F-C06A-4DEF-832E-8C441F636117}" destId="{86CA55BE-FB68-4492-8B2E-F421459E73E7}" srcOrd="1" destOrd="0" presId="urn:microsoft.com/office/officeart/2018/2/layout/IconVerticalSolidList"/>
    <dgm:cxn modelId="{AF07E252-16B4-4D50-86A0-D5C416488796}" type="presParOf" srcId="{627F534F-C06A-4DEF-832E-8C441F636117}" destId="{FA0175E3-A17B-4078-8C04-D0BF0E33350D}" srcOrd="2" destOrd="0" presId="urn:microsoft.com/office/officeart/2018/2/layout/IconVerticalSolidList"/>
    <dgm:cxn modelId="{DE14CF4E-9172-42CD-9562-B18EB6B69476}" type="presParOf" srcId="{627F534F-C06A-4DEF-832E-8C441F636117}" destId="{0CD81BA8-6D66-4991-AA5E-44AD461CA5EA}" srcOrd="3" destOrd="0" presId="urn:microsoft.com/office/officeart/2018/2/layout/IconVerticalSolidList"/>
    <dgm:cxn modelId="{15B27694-3B15-451A-B1CB-23D9FF6B3CA9}" type="presParOf" srcId="{ECE965DB-8457-457C-B375-DD79E992A6C4}" destId="{48415223-DB03-4664-994F-C934F717DAEC}" srcOrd="5" destOrd="0" presId="urn:microsoft.com/office/officeart/2018/2/layout/IconVerticalSolidList"/>
    <dgm:cxn modelId="{237C9E49-0385-4D40-AB39-8EF2C362A64D}" type="presParOf" srcId="{ECE965DB-8457-457C-B375-DD79E992A6C4}" destId="{C0B38D32-F4BD-43C8-95EB-FF8955C6328D}" srcOrd="6" destOrd="0" presId="urn:microsoft.com/office/officeart/2018/2/layout/IconVerticalSolidList"/>
    <dgm:cxn modelId="{BC21530B-F233-4F97-B75E-94B1F11324DC}" type="presParOf" srcId="{C0B38D32-F4BD-43C8-95EB-FF8955C6328D}" destId="{17EA0214-457F-4AF0-AA2D-7D4D21EACCF2}" srcOrd="0" destOrd="0" presId="urn:microsoft.com/office/officeart/2018/2/layout/IconVerticalSolidList"/>
    <dgm:cxn modelId="{35FA9CC5-A62B-460B-B381-35924227B452}" type="presParOf" srcId="{C0B38D32-F4BD-43C8-95EB-FF8955C6328D}" destId="{4AFA6F52-38A2-4B25-AE6A-4234FE58A5E3}" srcOrd="1" destOrd="0" presId="urn:microsoft.com/office/officeart/2018/2/layout/IconVerticalSolidList"/>
    <dgm:cxn modelId="{B2E9FF68-B8BF-4E84-8C89-7A4DC92FDE3E}" type="presParOf" srcId="{C0B38D32-F4BD-43C8-95EB-FF8955C6328D}" destId="{AAE2BEBF-BB05-4730-945E-BC858B10220D}" srcOrd="2" destOrd="0" presId="urn:microsoft.com/office/officeart/2018/2/layout/IconVerticalSolidList"/>
    <dgm:cxn modelId="{90BB108C-87E1-4BC2-9809-F40516C5CAAF}" type="presParOf" srcId="{C0B38D32-F4BD-43C8-95EB-FF8955C6328D}" destId="{212A7B13-4E8B-447D-894B-43E6128AC93C}" srcOrd="3" destOrd="0" presId="urn:microsoft.com/office/officeart/2018/2/layout/IconVerticalSolidList"/>
    <dgm:cxn modelId="{DAD07216-B56D-465B-9163-62569AF90775}" type="presParOf" srcId="{ECE965DB-8457-457C-B375-DD79E992A6C4}" destId="{24159F1A-CD84-46BE-9740-0FB6BD735A96}" srcOrd="7" destOrd="0" presId="urn:microsoft.com/office/officeart/2018/2/layout/IconVerticalSolidList"/>
    <dgm:cxn modelId="{23FFF268-5CE6-4CDE-980C-49337B932A74}" type="presParOf" srcId="{ECE965DB-8457-457C-B375-DD79E992A6C4}" destId="{F8FB6B0A-FA8E-440A-85FF-681E579281CD}" srcOrd="8" destOrd="0" presId="urn:microsoft.com/office/officeart/2018/2/layout/IconVerticalSolidList"/>
    <dgm:cxn modelId="{F6FDD56C-0D0D-4CAF-8A6A-AD1E54796C5F}" type="presParOf" srcId="{F8FB6B0A-FA8E-440A-85FF-681E579281CD}" destId="{A70C038A-1177-407F-A5FA-3F47DA03B005}" srcOrd="0" destOrd="0" presId="urn:microsoft.com/office/officeart/2018/2/layout/IconVerticalSolidList"/>
    <dgm:cxn modelId="{31EC18EC-9718-45E9-96CE-26AE0BAC9CFA}" type="presParOf" srcId="{F8FB6B0A-FA8E-440A-85FF-681E579281CD}" destId="{1F16FB21-3B11-43C7-BA2F-312F8119BE59}" srcOrd="1" destOrd="0" presId="urn:microsoft.com/office/officeart/2018/2/layout/IconVerticalSolidList"/>
    <dgm:cxn modelId="{50892322-AAD2-438E-8F45-77F750F30C93}" type="presParOf" srcId="{F8FB6B0A-FA8E-440A-85FF-681E579281CD}" destId="{92647463-CEF0-4A2F-8F4D-070571409DE4}" srcOrd="2" destOrd="0" presId="urn:microsoft.com/office/officeart/2018/2/layout/IconVerticalSolidList"/>
    <dgm:cxn modelId="{16E187C9-7378-467E-BB97-41FEE6862D1A}" type="presParOf" srcId="{F8FB6B0A-FA8E-440A-85FF-681E579281CD}" destId="{99C0D6D7-CFDD-4BE8-9A93-AFF0BECA7DCA}" srcOrd="3" destOrd="0" presId="urn:microsoft.com/office/officeart/2018/2/layout/IconVerticalSolidList"/>
    <dgm:cxn modelId="{B22275F2-4EDB-4353-A9E2-FAC881FDF074}" type="presParOf" srcId="{ECE965DB-8457-457C-B375-DD79E992A6C4}" destId="{D4610AD9-9969-4B6A-BB58-0F0C2FEB5BA7}" srcOrd="9" destOrd="0" presId="urn:microsoft.com/office/officeart/2018/2/layout/IconVerticalSolidList"/>
    <dgm:cxn modelId="{D631940D-1C2F-485B-A576-8FA8A231A302}" type="presParOf" srcId="{ECE965DB-8457-457C-B375-DD79E992A6C4}" destId="{64836062-246E-4E07-8B41-F846BA52828E}" srcOrd="10" destOrd="0" presId="urn:microsoft.com/office/officeart/2018/2/layout/IconVerticalSolidList"/>
    <dgm:cxn modelId="{78573F37-9A9D-4792-8A3C-513293326CBE}" type="presParOf" srcId="{64836062-246E-4E07-8B41-F846BA52828E}" destId="{62E86653-F39B-4F6E-8F59-7E033AF85446}" srcOrd="0" destOrd="0" presId="urn:microsoft.com/office/officeart/2018/2/layout/IconVerticalSolidList"/>
    <dgm:cxn modelId="{63E7CACD-C363-4BC4-ABAA-F5BFD1E14FCB}" type="presParOf" srcId="{64836062-246E-4E07-8B41-F846BA52828E}" destId="{016AA77B-2A8B-44DC-813D-6D8F5A613AEC}" srcOrd="1" destOrd="0" presId="urn:microsoft.com/office/officeart/2018/2/layout/IconVerticalSolidList"/>
    <dgm:cxn modelId="{F95773B7-344C-48D5-949B-6DB43954CBDE}" type="presParOf" srcId="{64836062-246E-4E07-8B41-F846BA52828E}" destId="{CC8B907E-552B-425E-B194-7405BF5C62D5}" srcOrd="2" destOrd="0" presId="urn:microsoft.com/office/officeart/2018/2/layout/IconVerticalSolidList"/>
    <dgm:cxn modelId="{AC64FB27-CCF0-4338-BAD1-FF888764BA3F}" type="presParOf" srcId="{64836062-246E-4E07-8B41-F846BA52828E}" destId="{62D2A088-61E3-475C-9944-846432F34171}" srcOrd="3" destOrd="0" presId="urn:microsoft.com/office/officeart/2018/2/layout/IconVerticalSolidList"/>
    <dgm:cxn modelId="{31A28D7E-D536-470B-9765-3546B61FA565}" type="presParOf" srcId="{ECE965DB-8457-457C-B375-DD79E992A6C4}" destId="{9CDAF220-9877-4C75-A0B0-444B3085A93E}" srcOrd="11" destOrd="0" presId="urn:microsoft.com/office/officeart/2018/2/layout/IconVerticalSolidList"/>
    <dgm:cxn modelId="{5CE02959-C6F9-4F11-948D-B2588EAFCFF0}" type="presParOf" srcId="{ECE965DB-8457-457C-B375-DD79E992A6C4}" destId="{551F4E47-3986-4ADB-A496-328E08B2FC96}" srcOrd="12" destOrd="0" presId="urn:microsoft.com/office/officeart/2018/2/layout/IconVerticalSolidList"/>
    <dgm:cxn modelId="{ECAD3BF3-840E-4E49-A381-2B43E7683FD5}" type="presParOf" srcId="{551F4E47-3986-4ADB-A496-328E08B2FC96}" destId="{788BBCF6-E532-4B57-B767-5572774FBC13}" srcOrd="0" destOrd="0" presId="urn:microsoft.com/office/officeart/2018/2/layout/IconVerticalSolidList"/>
    <dgm:cxn modelId="{C8FC0DF9-98A8-4179-8686-AAB3C0EA3769}" type="presParOf" srcId="{551F4E47-3986-4ADB-A496-328E08B2FC96}" destId="{C2AB173E-714F-4CC9-B6F4-C48968678BE5}" srcOrd="1" destOrd="0" presId="urn:microsoft.com/office/officeart/2018/2/layout/IconVerticalSolidList"/>
    <dgm:cxn modelId="{70A80265-5732-45AA-804E-F28EDE945206}" type="presParOf" srcId="{551F4E47-3986-4ADB-A496-328E08B2FC96}" destId="{7E16F8A1-69DC-4D62-9BF3-F96AA433203A}" srcOrd="2" destOrd="0" presId="urn:microsoft.com/office/officeart/2018/2/layout/IconVerticalSolidList"/>
    <dgm:cxn modelId="{E733D12A-34BF-45A5-840A-2732CBA69AE7}" type="presParOf" srcId="{551F4E47-3986-4ADB-A496-328E08B2FC96}" destId="{D8B9DE8D-FB5E-4A84-AC39-93C5BEA37F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AF501-BD63-4E68-9BC8-230A509518B6}">
      <dsp:nvSpPr>
        <dsp:cNvPr id="0" name=""/>
        <dsp:cNvSpPr/>
      </dsp:nvSpPr>
      <dsp:spPr>
        <a:xfrm>
          <a:off x="0" y="375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09627-B3C7-432D-8A96-2F3345899CB0}">
      <dsp:nvSpPr>
        <dsp:cNvPr id="0" name=""/>
        <dsp:cNvSpPr/>
      </dsp:nvSpPr>
      <dsp:spPr>
        <a:xfrm>
          <a:off x="156174" y="116537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BB452-A6D8-41B6-9F87-38F933E258D2}">
      <dsp:nvSpPr>
        <dsp:cNvPr id="0" name=""/>
        <dsp:cNvSpPr/>
      </dsp:nvSpPr>
      <dsp:spPr>
        <a:xfrm>
          <a:off x="596302" y="375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WHAT THE SYSTEM DOES</a:t>
          </a:r>
          <a:endParaRPr lang="en-US" sz="1500" kern="1200"/>
        </a:p>
      </dsp:txBody>
      <dsp:txXfrm>
        <a:off x="596302" y="375"/>
        <a:ext cx="4524337" cy="516278"/>
      </dsp:txXfrm>
    </dsp:sp>
    <dsp:sp modelId="{4FE67BBB-8E7E-4239-AFD3-2B4AF0E90F52}">
      <dsp:nvSpPr>
        <dsp:cNvPr id="0" name=""/>
        <dsp:cNvSpPr/>
      </dsp:nvSpPr>
      <dsp:spPr>
        <a:xfrm>
          <a:off x="0" y="645723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8567FC-F01D-4F1B-BD92-9D56F6060EAA}">
      <dsp:nvSpPr>
        <dsp:cNvPr id="0" name=""/>
        <dsp:cNvSpPr/>
      </dsp:nvSpPr>
      <dsp:spPr>
        <a:xfrm>
          <a:off x="156174" y="761886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EDB99-A440-4D88-9152-490F48362A29}">
      <dsp:nvSpPr>
        <dsp:cNvPr id="0" name=""/>
        <dsp:cNvSpPr/>
      </dsp:nvSpPr>
      <dsp:spPr>
        <a:xfrm>
          <a:off x="596302" y="645723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📦  Loads and preprocesses CSV datasets cleanly</a:t>
          </a:r>
        </a:p>
      </dsp:txBody>
      <dsp:txXfrm>
        <a:off x="596302" y="645723"/>
        <a:ext cx="4524337" cy="516278"/>
      </dsp:txXfrm>
    </dsp:sp>
    <dsp:sp modelId="{0AEBD04B-142B-4715-A2FB-B9D739D1D47B}">
      <dsp:nvSpPr>
        <dsp:cNvPr id="0" name=""/>
        <dsp:cNvSpPr/>
      </dsp:nvSpPr>
      <dsp:spPr>
        <a:xfrm>
          <a:off x="0" y="1291072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A55BE-FB68-4492-8B2E-F421459E73E7}">
      <dsp:nvSpPr>
        <dsp:cNvPr id="0" name=""/>
        <dsp:cNvSpPr/>
      </dsp:nvSpPr>
      <dsp:spPr>
        <a:xfrm>
          <a:off x="156174" y="1407234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81BA8-6D66-4991-AA5E-44AD461CA5EA}">
      <dsp:nvSpPr>
        <dsp:cNvPr id="0" name=""/>
        <dsp:cNvSpPr/>
      </dsp:nvSpPr>
      <dsp:spPr>
        <a:xfrm>
          <a:off x="596302" y="1291072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📊  Calculates descriptive meteorological stats</a:t>
          </a:r>
        </a:p>
      </dsp:txBody>
      <dsp:txXfrm>
        <a:off x="596302" y="1291072"/>
        <a:ext cx="4524337" cy="516278"/>
      </dsp:txXfrm>
    </dsp:sp>
    <dsp:sp modelId="{17EA0214-457F-4AF0-AA2D-7D4D21EACCF2}">
      <dsp:nvSpPr>
        <dsp:cNvPr id="0" name=""/>
        <dsp:cNvSpPr/>
      </dsp:nvSpPr>
      <dsp:spPr>
        <a:xfrm>
          <a:off x="0" y="1936420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A6F52-38A2-4B25-AE6A-4234FE58A5E3}">
      <dsp:nvSpPr>
        <dsp:cNvPr id="0" name=""/>
        <dsp:cNvSpPr/>
      </dsp:nvSpPr>
      <dsp:spPr>
        <a:xfrm>
          <a:off x="156174" y="2052583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A7B13-4E8B-447D-894B-43E6128AC93C}">
      <dsp:nvSpPr>
        <dsp:cNvPr id="0" name=""/>
        <dsp:cNvSpPr/>
      </dsp:nvSpPr>
      <dsp:spPr>
        <a:xfrm>
          <a:off x="596302" y="1936420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🖼️  Generates 8 visual plot files dynamically</a:t>
          </a:r>
        </a:p>
      </dsp:txBody>
      <dsp:txXfrm>
        <a:off x="596302" y="1936420"/>
        <a:ext cx="4524337" cy="516278"/>
      </dsp:txXfrm>
    </dsp:sp>
    <dsp:sp modelId="{A70C038A-1177-407F-A5FA-3F47DA03B005}">
      <dsp:nvSpPr>
        <dsp:cNvPr id="0" name=""/>
        <dsp:cNvSpPr/>
      </dsp:nvSpPr>
      <dsp:spPr>
        <a:xfrm>
          <a:off x="0" y="2581769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6FB21-3B11-43C7-BA2F-312F8119BE59}">
      <dsp:nvSpPr>
        <dsp:cNvPr id="0" name=""/>
        <dsp:cNvSpPr/>
      </dsp:nvSpPr>
      <dsp:spPr>
        <a:xfrm>
          <a:off x="156174" y="2697931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0D6D7-CFDD-4BE8-9A93-AFF0BECA7DCA}">
      <dsp:nvSpPr>
        <dsp:cNvPr id="0" name=""/>
        <dsp:cNvSpPr/>
      </dsp:nvSpPr>
      <dsp:spPr>
        <a:xfrm>
          <a:off x="596302" y="2581769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🤖  Trains Scikit-Learn Linear Regression engine</a:t>
          </a:r>
        </a:p>
      </dsp:txBody>
      <dsp:txXfrm>
        <a:off x="596302" y="2581769"/>
        <a:ext cx="4524337" cy="516278"/>
      </dsp:txXfrm>
    </dsp:sp>
    <dsp:sp modelId="{62E86653-F39B-4F6E-8F59-7E033AF85446}">
      <dsp:nvSpPr>
        <dsp:cNvPr id="0" name=""/>
        <dsp:cNvSpPr/>
      </dsp:nvSpPr>
      <dsp:spPr>
        <a:xfrm>
          <a:off x="0" y="3227117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AA77B-2A8B-44DC-813D-6D8F5A613AEC}">
      <dsp:nvSpPr>
        <dsp:cNvPr id="0" name=""/>
        <dsp:cNvSpPr/>
      </dsp:nvSpPr>
      <dsp:spPr>
        <a:xfrm>
          <a:off x="156174" y="3343280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2A088-61E3-475C-9944-846432F34171}">
      <dsp:nvSpPr>
        <dsp:cNvPr id="0" name=""/>
        <dsp:cNvSpPr/>
      </dsp:nvSpPr>
      <dsp:spPr>
        <a:xfrm>
          <a:off x="596302" y="3227117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💾  Saves model binaries using local pickle files</a:t>
          </a:r>
        </a:p>
      </dsp:txBody>
      <dsp:txXfrm>
        <a:off x="596302" y="3227117"/>
        <a:ext cx="4524337" cy="516278"/>
      </dsp:txXfrm>
    </dsp:sp>
    <dsp:sp modelId="{788BBCF6-E532-4B57-B767-5572774FBC13}">
      <dsp:nvSpPr>
        <dsp:cNvPr id="0" name=""/>
        <dsp:cNvSpPr/>
      </dsp:nvSpPr>
      <dsp:spPr>
        <a:xfrm>
          <a:off x="0" y="3872466"/>
          <a:ext cx="5120640" cy="516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B173E-714F-4CC9-B6F4-C48968678BE5}">
      <dsp:nvSpPr>
        <dsp:cNvPr id="0" name=""/>
        <dsp:cNvSpPr/>
      </dsp:nvSpPr>
      <dsp:spPr>
        <a:xfrm>
          <a:off x="156174" y="3988628"/>
          <a:ext cx="283953" cy="2839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9DE8D-FB5E-4A84-AC39-93C5BEA37F18}">
      <dsp:nvSpPr>
        <dsp:cNvPr id="0" name=""/>
        <dsp:cNvSpPr/>
      </dsp:nvSpPr>
      <dsp:spPr>
        <a:xfrm>
          <a:off x="596302" y="3872466"/>
          <a:ext cx="4524337" cy="516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40" tIns="54640" rIns="54640" bIns="546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🖥️  Provides responsive, modern desktop GUI panels</a:t>
          </a:r>
        </a:p>
      </dsp:txBody>
      <dsp:txXfrm>
        <a:off x="596302" y="3872466"/>
        <a:ext cx="4524337" cy="516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005840"/>
            <a:ext cx="792784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Weather Data Analyzer &amp;</a:t>
            </a:r>
            <a:br>
              <a:rPr dirty="0"/>
            </a:br>
            <a:r>
              <a:rPr dirty="0"/>
              <a:t>Temperature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Segoe UI"/>
              </a:defRPr>
            </a:pPr>
            <a:r>
              <a:t>Historical Weather Analysis Using Machine Learning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Detecting Temperature Cycles  |  Seoul Weather Dataset  |  Linear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46320"/>
            <a:ext cx="25603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rPr dirty="0"/>
              <a:t>PRESENTER NAME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rPr lang="en-US" dirty="0"/>
              <a:t>Tanim Ahammed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429000" y="4846320"/>
            <a:ext cx="25603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COURSE NAME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Introduction to 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846320"/>
            <a:ext cx="25603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rPr dirty="0"/>
              <a:t>PROFESSOR NAME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rPr lang="en-US" dirty="0"/>
              <a:t>Junaid Rashid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915400" y="4846320"/>
            <a:ext cx="25603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rPr dirty="0"/>
              <a:t>UNIVERSITY NAME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rPr lang="en-US" dirty="0"/>
              <a:t>Sejong University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Why Weather Analysis &amp; Prediction?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366F1"/>
                </a:solidFill>
                <a:latin typeface="Segoe UI"/>
              </a:defRPr>
            </a:pPr>
            <a:r>
              <a:t>"Can a machine automatically identify relationships and forecast temperatures?"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🌐  Millions of data points daily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Meteorological sensors log massive climate records every second.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⚠️  Manual analysis is difficult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Too much variable traffic for humans to parse or analyze manually.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1168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👁️  Patterns change frequently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Atmospheric variables change dynamically across annual cycles.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3192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🤖  ML detects threats/trends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Algorithms uncover hidden correlations between metrics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93192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🛡️  Visualizations improve clarity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Graphs and heatmaps convert raw variables into understandable insights.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931920"/>
            <a:ext cx="347472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✅  Our solution - prediction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OLS Linear Regression models forecast daily temp targets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Project Overview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CORE SOFTWARE TECH STACK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Language Engine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Python 3.13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Database / Parsing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Pandas &amp; NumPy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Predictive Library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Scikit-Learn (Linear Regression)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Matplotlib + Seaborn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GUI Framework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Tkinter</a:t>
            </a:r>
            <a:r>
              <a:rPr dirty="0"/>
              <a:t> Desktop Window Manager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Code Standards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README · LICENSE (MIT) · requirements.txt</a:t>
            </a:r>
          </a:p>
        </p:txBody>
      </p:sp>
      <p:graphicFrame>
        <p:nvGraphicFramePr>
          <p:cNvPr id="9" name="TextBox 5">
            <a:extLst>
              <a:ext uri="{FF2B5EF4-FFF2-40B4-BE49-F238E27FC236}">
                <a16:creationId xmlns:a16="http://schemas.microsoft.com/office/drawing/2014/main" id="{4DA0334F-9DB5-771E-1366-06515DB1BD4F}"/>
              </a:ext>
            </a:extLst>
          </p:cNvPr>
          <p:cNvGraphicFramePr/>
          <p:nvPr/>
        </p:nvGraphicFramePr>
        <p:xfrm>
          <a:off x="512064" y="1540764"/>
          <a:ext cx="51206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Dataset Details &amp; Suitability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4747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733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DATASET RECORDS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seoul_weather_2022_to_2024.csv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463040"/>
            <a:ext cx="34747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33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TOTAL COLUMNS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dirty="0"/>
              <a:t>Features mapped from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463040"/>
            <a:ext cx="34747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Target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AVERAGE TEMP (TEMP)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Output forecast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CORE WEATHER FEATURES DETECTED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●  datetime  |  date index mapping</a:t>
            </a:r>
            <a:br/>
            <a:r>
              <a:t>●  tempmax  |  daily maximum temp thresholds</a:t>
            </a:r>
            <a:br/>
            <a:r>
              <a:t>●  tempmin  |  daily minimum temp thresholds</a:t>
            </a:r>
            <a:br/>
            <a:r>
              <a:t>●  humidity  |  moisture saturation percentage</a:t>
            </a:r>
            <a:br/>
            <a:r>
              <a:t>●  precip  |  precipitation volume logs in mm</a:t>
            </a:r>
            <a:br/>
            <a:r>
              <a:t>●  windspeed  |  average wind speed velocity</a:t>
            </a:r>
            <a:br/>
            <a:r>
              <a:t>●  conditions  |  categorical descriptors (Clear, Rain, Cloudy)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SUITABILITY FOR TEMPERATURE PREDICTION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Strong natural correlations between temperature and variables like humidity/cloud cover.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Contains multi-year sequential observations showing seasonal changes.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Numerical weather variables demonstrate linear distributions ideal for Ordinary Least Squares (OLS) fitting.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Data has high cleanliness with very few missing cells.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System Workflow &amp; 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595571-6D6C-1D8D-5510-D9F69961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020" y="1235286"/>
            <a:ext cx="7500112" cy="5000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Data Preprocessing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🏷️  STEP 1</a:t>
            </a:r>
            <a:br/>
            <a:r>
              <a:t>Regex Header Detection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Before:</a:t>
            </a:r>
            <a:br/>
            <a:r>
              <a:t>Requires strict hardcoded headers matching 'temp' or 'date'.</a:t>
            </a:r>
            <a:br/>
            <a:br/>
            <a:r>
              <a:t>After:</a:t>
            </a:r>
            <a:br/>
            <a:r>
              <a:t>Auto-scans columns using case-insensitive regex checks (e.g. temp, windspeed, humidity, precip).</a:t>
            </a:r>
            <a:br/>
            <a:br/>
            <a:r>
              <a:t>Result:</a:t>
            </a:r>
            <a:br/>
            <a:r>
              <a:t>Allows application to process diverse third-party climate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🔢  STEP 2</a:t>
            </a:r>
            <a:br/>
            <a:r>
              <a:t>Cleaning &amp; Imputation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Missing Numbers:</a:t>
            </a:r>
            <a:br/>
            <a:r>
              <a:t>Fills null metrics dynamically using column average stats.</a:t>
            </a:r>
            <a:br/>
            <a:br/>
            <a:r>
              <a:t>Missing Text/Conditions:</a:t>
            </a:r>
            <a:br/>
            <a:r>
              <a:t>Fills missing textual fields with the column's statistical mode.</a:t>
            </a:r>
            <a:br/>
            <a:br/>
            <a:r>
              <a:t>Date Parsing:</a:t>
            </a:r>
            <a:br/>
            <a:r>
              <a:t>Converts dates to datetime objects and sorts records chronologically.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📐  STEP 3</a:t>
            </a:r>
            <a:br/>
            <a:r>
              <a:t>Feature Selection &amp; Split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Predictors Selection:</a:t>
            </a:r>
            <a:br/>
            <a:r>
              <a:t>Strips text, indices, and highly correlated features like tempmax/tempmin to prevent target leakage.</a:t>
            </a:r>
            <a:br/>
            <a:br/>
            <a:r>
              <a:t>Train/Test Split:</a:t>
            </a:r>
            <a:br/>
            <a:r>
              <a:t>Randomly partitions the dataset (80% train / 20% test validation) for evaluation.</a:t>
            </a:r>
            <a:br/>
            <a:br/>
            <a:r>
              <a:t>Fitted Scalars:</a:t>
            </a:r>
            <a:br/>
            <a:r>
              <a:t>Excludes scaling dependencies if model coefficients require raw unit interpretations.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Machine Learning: Linear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Ordinary Least Squares (OLS) Regression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Fits model weights by minimizing the sum of squared residuals between predictions and target labels.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Model outputs are highly interpretable, showing exactly how each weather variable influences the target temperature.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Lightweight architecture requiring zero GPU hardware acceleration.</a:t>
            </a:r>
          </a:p>
          <a:p>
            <a:pPr>
              <a:spcAft>
                <a:spcPts val="8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Trains on the dataset dynamically and saves weights to 'output/temperature_model.pkl'.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Features &amp; Target Mapping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Target Variable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Daily Average Temperature (temp) in °C.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Input Features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Humidity, Precipitation, Wind Speed, Pressure, Cloud Cover, and others.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Training / Test Partition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80% Training records  |  20% Holdout validation testing records.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Predictive Forecast Output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Continuous temperature value projection in Celsius.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-3729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Results &amp; Visualizations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3AE0FF-EEC4-C416-4591-EA82B49F3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3932"/>
            <a:ext cx="3832225" cy="1916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81327-7C63-CA3C-D646-92FC8639C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15" y="494092"/>
            <a:ext cx="3832225" cy="19161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328025-402E-EE9C-50DF-5F5119180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30" y="494091"/>
            <a:ext cx="3411095" cy="19161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59089D-6926-979F-4332-9097D353B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" y="2541843"/>
            <a:ext cx="3832225" cy="19161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3196CC-F004-7B5A-F89B-AFDC0359D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615" y="2506947"/>
            <a:ext cx="3942346" cy="19711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5E276E-654D-DF4B-1A58-B79A127533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911" y="2506947"/>
            <a:ext cx="3530089" cy="19161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0E7C35-A51C-3BC6-5E25-CD2C2B9231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99" y="4574863"/>
            <a:ext cx="3832227" cy="19161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0C9E5A-F900-2D75-F596-FEFC785D2C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6615" y="4574863"/>
            <a:ext cx="3832225" cy="1916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Model Performance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Statistical Metrics Definitions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Mean Absolute Error (MAE)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The average absolute difference between predicted and actual values. Measures baseline error magnitude.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Mean Squared Error (MSE)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Average squared difference between target values and predictions. Penalizes larger outliers.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Root Mean Squared Error (RMSE)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Square root of MSE, scaling error values directly back to temperature units (°C).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Model Validation Performance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R² Score (R-squared): 0.7698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The model successfully accounts for ~77.0% of the temperature variance in test records.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MAE Performance: 4.1071 °C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On average, temperature predictions are off by ~4.1 °C.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RMSE Performance: 5.2512 °C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Standard deviation of prediction residuals is ~5.25 °C.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MSE Result: 27.5747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Slight variance penalty score representing model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Desktop Interface GUI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Ingestion &amp; Analysis Views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Load Dataset File Dial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Opens local filesystem file dialogues to choose source CSV logs. Triggers background column regex detectors.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Dataset Schema Overview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Renders dataset columns structure, types list, null cell checks, and treeview preview data grids.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Weather Statistics Dashboard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Calculates maximums, minimums, averages, and rainfall totals, updating a grid of dashboard card 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Model &amp; Prediction Views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Generate 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Triggers chart rendering and saves PNGs. Embeds plots directly into the main GUI frame.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Model Training &amp; Evaluation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Runs regression fits and evaluates test metrics. Displays actual vs. predicted curves.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Dynamic Temp Predictor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Dynamically generates entry fields based on features. Outputs predictions using color-coded badges (Blue for cold, Green for moderate, Red for hot).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Analytical Report Viewer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Compiles metrics into a formatted text file report and displays it in a read-only viewer.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Open Source Project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Repository File Configuration</a:t>
            </a:r>
          </a:p>
          <a:p>
            <a:pPr>
              <a:defRPr sz="1450" b="1">
                <a:solidFill>
                  <a:srgbClr val="6366F1"/>
                </a:solidFill>
                <a:latin typeface="Segoe UI"/>
              </a:defRPr>
            </a:pPr>
            <a:r>
              <a:t>README.md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Provides user documentation including setup requirements, execution guides, workflow charts, visual catalogs, and project structures.</a:t>
            </a:r>
          </a:p>
          <a:p>
            <a:pPr>
              <a:defRPr sz="1450" b="1">
                <a:solidFill>
                  <a:srgbClr val="6366F1"/>
                </a:solidFill>
                <a:latin typeface="Segoe UI"/>
              </a:defRPr>
            </a:pPr>
            <a:r>
              <a:t>requirements.txt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Specifies external dependency lists (scikit-learn, pandas, seaborn, matplotlib) to ensure reproducible installs.</a:t>
            </a:r>
          </a:p>
          <a:p>
            <a:pPr>
              <a:defRPr sz="1450" b="1">
                <a:solidFill>
                  <a:srgbClr val="6366F1"/>
                </a:solidFill>
                <a:latin typeface="Segoe UI"/>
              </a:defRPr>
            </a:pPr>
            <a:r>
              <a:t>LICENSE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Establishes legal rights. Uses the permissive MIT License, permitting modification, redistribution, and academic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Open Source Value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Ensures code transparency and standardizes layouts.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Guarantees scientific reproducibility of ML models.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Permits community contributions and fork modifications.</a:t>
            </a:r>
          </a:p>
          <a:p>
            <a:pPr>
              <a:spcAft>
                <a:spcPts val="1000"/>
              </a:spcAft>
              <a:defRPr sz="1350">
                <a:solidFill>
                  <a:srgbClr val="94A3B8"/>
                </a:solidFill>
                <a:latin typeface="Segoe UI"/>
              </a:defRPr>
            </a:pPr>
            <a:r>
              <a:t>• Establishes clean repository rules for collaborative university submissions.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Project Structure &amp; How to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PROJECT DIRECTORY STRUCTURE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onsolas"/>
              </a:defRPr>
            </a:pPr>
            <a:r>
              <a:t>Weather-Data-Analyzer/</a:t>
            </a:r>
            <a:br/>
            <a:r>
              <a:t>  |</a:t>
            </a:r>
            <a:br/>
            <a:r>
              <a:t>  +-- main.py                 &lt;- Application entry</a:t>
            </a:r>
            <a:br/>
            <a:r>
              <a:t>  |   |-- WeatherDataProcessor (data/ML logic)</a:t>
            </a:r>
            <a:br/>
            <a:r>
              <a:t>  |   |-- WeatherApp (Tkinter GUI engine)</a:t>
            </a:r>
            <a:br/>
            <a:r>
              <a:t>  |</a:t>
            </a:r>
            <a:br/>
            <a:r>
              <a:t>  +-- data/</a:t>
            </a:r>
            <a:br/>
            <a:r>
              <a:t>  |   +-- seoul_weather_2022_to_2024.csv</a:t>
            </a:r>
            <a:br/>
            <a:r>
              <a:t>  |   +-- london_weather_sample.csv</a:t>
            </a:r>
            <a:br/>
            <a:r>
              <a:t>  |</a:t>
            </a:r>
            <a:br/>
            <a:r>
              <a:t>  +-- output/</a:t>
            </a:r>
            <a:br/>
            <a:r>
              <a:t>  |   +-- temperature_trend.png</a:t>
            </a:r>
            <a:br/>
            <a:r>
              <a:t>  |   +-- correlation_heatmap.png</a:t>
            </a:r>
            <a:br/>
            <a:r>
              <a:t>  |   +-- ... (8 charts total)</a:t>
            </a:r>
            <a:br/>
            <a:r>
              <a:t>  |   +-- weather_report.txt</a:t>
            </a:r>
            <a:br/>
            <a:r>
              <a:t>  |</a:t>
            </a:r>
            <a:br/>
            <a:r>
              <a:t>  +-- requirements.txt</a:t>
            </a:r>
            <a:br/>
            <a:r>
              <a:t>  +-- LICENSE</a:t>
            </a:r>
            <a:br/>
            <a:r>
              <a:t>  +-- 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HOW TO LAUNCH THE APP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1. Clone Repository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git clone https://github.com/aperfectrio/weather-data-analyzer-and-prediction.git</a:t>
            </a:r>
            <a:br/>
            <a:r>
              <a:t>cd weather-data-analyzer-and-prediction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Install Dependencies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Run Python Application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python main.py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Summary, Conclusions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2560320" cy="10972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733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RECORDS TRAINED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371600"/>
            <a:ext cx="2560320" cy="10972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1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REGRESSION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2560320" cy="10972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76.98%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VALIDATION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1371600"/>
            <a:ext cx="2560320" cy="10972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8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CHARTS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WHAT WAS BUILT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Complete desktop weather data predictor platform.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Automatic regex column detectors, data preprocessing, and descriptive stats aggregations.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Interactive GUI forms that adapt dynamically to different CSV variables.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Full open source docs: README.md, MIT LICENSE,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WHAT I LEARNED &amp; FUTURE ROADMAP</a:t>
            </a:r>
          </a:p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Algorithm Extension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Support non-linear predictive algorithms (Random Forest, Gradient Boosting).</a:t>
            </a:r>
          </a:p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Live API Integration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Integrate OpenWeatherMap APIs to fetch live weather logs in-app.</a:t>
            </a:r>
          </a:p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Lessons Learned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Decoupling GUI structures from backend algorithms improves codebase clean-checks.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01168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1449</Words>
  <Application>Microsoft Office PowerPoint</Application>
  <PresentationFormat>Widescreen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Tanim Ahammed</dc:creator>
  <cp:keywords/>
  <dc:description>generated using python-pptx</dc:description>
  <cp:lastModifiedBy>Tanim Ahammed</cp:lastModifiedBy>
  <cp:revision>2</cp:revision>
  <dcterms:created xsi:type="dcterms:W3CDTF">2013-01-27T09:14:16Z</dcterms:created>
  <dcterms:modified xsi:type="dcterms:W3CDTF">2026-06-14T17:20:59Z</dcterms:modified>
  <cp:category/>
</cp:coreProperties>
</file>